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6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Lst>
  <p:sldSz cy="6858000" cx="12192000"/>
  <p:notesSz cx="12192000" cy="6858000"/>
  <p:embeddedFontLst>
    <p:embeddedFont>
      <p:font typeface="Play"/>
      <p:regular r:id="rId34"/>
      <p:bold r:id="rId35"/>
    </p:embeddedFont>
    <p:embeddedFont>
      <p:font typeface="Tahoma"/>
      <p:regular r:id="rId36"/>
      <p:bold r:id="rId37"/>
    </p:embeddedFont>
    <p:embeddedFont>
      <p:font typeface="Quattrocento Sans"/>
      <p:regular r:id="rId38"/>
      <p:bold r:id="rId39"/>
      <p:italic r:id="rId40"/>
      <p:boldItalic r:id="rId41"/>
    </p:embeddedFont>
    <p:embeddedFont>
      <p:font typeface="Barlow"/>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46" roundtripDataSignature="AMtx7mghixQn7aVDUq9afSbQ9178UCr+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2BEBB63-10CE-439A-8028-848C20EB852D}">
  <a:tblStyle styleId="{62BEBB63-10CE-439A-8028-848C20EB852D}"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14ACD952-32F2-48F1-8F4E-34F11339E010}"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chemeClr val="dk1"/>
              </a:solidFill>
              <a:prstDash val="solid"/>
              <a:round/>
              <a:headEnd len="sm" w="sm" type="none"/>
              <a:tailEnd len="sm" w="sm" type="none"/>
            </a:ln>
          </a:top>
          <a:bottom>
            <a:ln cap="flat" cmpd="sng" w="254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b="off" i="off"/>
      <a:tcStyle>
        <a:fill>
          <a:solidFill>
            <a:srgbClr val="E6E6E6"/>
          </a:solidFill>
        </a:fill>
      </a:tcStyle>
    </a:band1H>
    <a:band2H>
      <a:tcTxStyle b="off" i="off"/>
    </a:band2H>
    <a:band1V>
      <a:tcTxStyle b="off" i="off"/>
      <a:tcStyle>
        <a:fill>
          <a:solidFill>
            <a:srgbClr val="E6E6E6"/>
          </a:solidFill>
        </a:fill>
      </a:tcStyle>
    </a:band1V>
    <a:band2V>
      <a:tcTxStyle b="off" i="off"/>
    </a:band2V>
    <a:lastCol>
      <a:tcTxStyle b="on" i="off">
        <a:font>
          <a:latin typeface="Calibri"/>
          <a:ea typeface="Calibri"/>
          <a:cs typeface="Calibri"/>
        </a:font>
        <a:schemeClr val="lt1"/>
      </a:tcTxStyle>
      <a:tcStyle>
        <a:fill>
          <a:solidFill>
            <a:schemeClr val="accent6"/>
          </a:solidFill>
        </a:fill>
      </a:tcStyle>
    </a:lastCol>
    <a:firstCol>
      <a:tcTxStyle b="on" i="off">
        <a:font>
          <a:latin typeface="Calibri"/>
          <a:ea typeface="Calibri"/>
          <a:cs typeface="Calibri"/>
        </a:font>
        <a:schemeClr val="lt1"/>
      </a:tcTxStyle>
      <a:tcStyle>
        <a:fill>
          <a:solidFill>
            <a:schemeClr val="accent6"/>
          </a:solidFill>
        </a:fill>
      </a:tcStyle>
    </a:firstCol>
    <a:lastRow>
      <a:tcTxStyle b="on" i="off"/>
      <a:tcStyle>
        <a:tcBdr>
          <a:top>
            <a:ln cap="flat" cmpd="sng" w="50800">
              <a:solidFill>
                <a:schemeClr val="dk1"/>
              </a:solidFill>
              <a:prstDash val="solid"/>
              <a:round/>
              <a:headEnd len="sm" w="sm" type="none"/>
              <a:tailEnd len="sm" w="sm" type="none"/>
            </a:ln>
          </a:top>
        </a:tcBdr>
        <a:fill>
          <a:solidFill>
            <a:schemeClr val="lt1"/>
          </a:solidFill>
        </a:fill>
      </a:tcStyle>
    </a:lastRow>
    <a:seCell>
      <a:tcTxStyle b="on" i="off">
        <a:font>
          <a:latin typeface="Calibri"/>
          <a:ea typeface="Calibri"/>
          <a:cs typeface="Calibri"/>
        </a:font>
        <a:schemeClr val="dk1"/>
      </a:tcTxStyle>
    </a:seCell>
    <a:swCell>
      <a:tcTxStyle b="on" i="off">
        <a:font>
          <a:latin typeface="Calibri"/>
          <a:ea typeface="Calibri"/>
          <a:cs typeface="Calibri"/>
        </a:font>
        <a:schemeClr val="dk1"/>
      </a:tcTxStyle>
    </a:swCell>
    <a:firstRow>
      <a:tcTxStyle b="on" i="off">
        <a:font>
          <a:latin typeface="Calibri"/>
          <a:ea typeface="Calibri"/>
          <a:cs typeface="Calibri"/>
        </a:font>
        <a:schemeClr val="lt1"/>
      </a:tcTxStyle>
      <a:tcStyle>
        <a:tcBdr>
          <a:bottom>
            <a:ln cap="flat" cmpd="sng" w="25400">
              <a:solidFill>
                <a:schemeClr val="dk1"/>
              </a:solidFill>
              <a:prstDash val="solid"/>
              <a:round/>
              <a:headEnd len="sm" w="sm" type="none"/>
              <a:tailEnd len="sm" w="sm" type="none"/>
            </a:ln>
          </a:bottom>
        </a:tcBdr>
        <a:fill>
          <a:solidFill>
            <a:schemeClr val="accent6"/>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QuattrocentoSans-italic.fntdata"/><Relationship Id="rId20" Type="http://schemas.openxmlformats.org/officeDocument/2006/relationships/slide" Target="slides/slide12.xml"/><Relationship Id="rId42" Type="http://schemas.openxmlformats.org/officeDocument/2006/relationships/font" Target="fonts/Barlow-regular.fntdata"/><Relationship Id="rId41" Type="http://schemas.openxmlformats.org/officeDocument/2006/relationships/font" Target="fonts/QuattrocentoSans-boldItalic.fntdata"/><Relationship Id="rId22" Type="http://schemas.openxmlformats.org/officeDocument/2006/relationships/slide" Target="slides/slide14.xml"/><Relationship Id="rId44" Type="http://schemas.openxmlformats.org/officeDocument/2006/relationships/font" Target="fonts/Barlow-italic.fntdata"/><Relationship Id="rId21" Type="http://schemas.openxmlformats.org/officeDocument/2006/relationships/slide" Target="slides/slide13.xml"/><Relationship Id="rId43" Type="http://schemas.openxmlformats.org/officeDocument/2006/relationships/font" Target="fonts/Barlow-bold.fntdata"/><Relationship Id="rId24" Type="http://schemas.openxmlformats.org/officeDocument/2006/relationships/slide" Target="slides/slide16.xml"/><Relationship Id="rId46" Type="http://customschemas.google.com/relationships/presentationmetadata" Target="metadata"/><Relationship Id="rId23" Type="http://schemas.openxmlformats.org/officeDocument/2006/relationships/slide" Target="slides/slide15.xml"/><Relationship Id="rId45" Type="http://schemas.openxmlformats.org/officeDocument/2006/relationships/font" Target="fonts/Barlow-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1.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font" Target="fonts/Play-bold.fntdata"/><Relationship Id="rId12" Type="http://schemas.openxmlformats.org/officeDocument/2006/relationships/slide" Target="slides/slide4.xml"/><Relationship Id="rId34" Type="http://schemas.openxmlformats.org/officeDocument/2006/relationships/font" Target="fonts/Play-regular.fntdata"/><Relationship Id="rId15" Type="http://schemas.openxmlformats.org/officeDocument/2006/relationships/slide" Target="slides/slide7.xml"/><Relationship Id="rId37" Type="http://schemas.openxmlformats.org/officeDocument/2006/relationships/font" Target="fonts/Tahoma-bold.fntdata"/><Relationship Id="rId14" Type="http://schemas.openxmlformats.org/officeDocument/2006/relationships/slide" Target="slides/slide6.xml"/><Relationship Id="rId36" Type="http://schemas.openxmlformats.org/officeDocument/2006/relationships/font" Target="fonts/Tahoma-regular.fntdata"/><Relationship Id="rId17" Type="http://schemas.openxmlformats.org/officeDocument/2006/relationships/slide" Target="slides/slide9.xml"/><Relationship Id="rId39" Type="http://schemas.openxmlformats.org/officeDocument/2006/relationships/font" Target="fonts/QuattrocentoSans-bold.fntdata"/><Relationship Id="rId16" Type="http://schemas.openxmlformats.org/officeDocument/2006/relationships/slide" Target="slides/slide8.xml"/><Relationship Id="rId38" Type="http://schemas.openxmlformats.org/officeDocument/2006/relationships/font" Target="fonts/QuattrocentoSans-regular.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p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p2: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6" name="Google Shape;296;p3: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p22: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5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3" name="Google Shape;343;p56: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2" name="Google Shape;582;p6: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3" name="Google Shape;623;p7: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1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9" name="Google Shape;639;p1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bf70304d32_0_5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3" name="Google Shape;653;g3bf70304d32_0_5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f70304d32_0_4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1" name="Google Shape;661;g3bf70304d32_0_4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1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6" name="Google Shape;666;p14: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1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3" name="Google Shape;673;p16: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bf70304d32_0_14: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0" name="Google Shape;680;g3bf70304d32_0_1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1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7" name="Google Shape;687;p17: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1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5" name="Google Shape;715;p18: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1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6" name="Google Shape;746;p19: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2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2" name="Google Shape;772;p20: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2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3" name="Google Shape;793;p2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5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5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5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5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5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5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6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6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6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6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2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7" name="Google Shape;847;p24: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6.png"/><Relationship Id="rId13" Type="http://schemas.openxmlformats.org/officeDocument/2006/relationships/image" Target="../media/image8.png"/><Relationship Id="rId12" Type="http://schemas.openxmlformats.org/officeDocument/2006/relationships/image" Target="../media/image9.png"/><Relationship Id="rId1" Type="http://schemas.openxmlformats.org/officeDocument/2006/relationships/slideMaster" Target="../slideMasters/slideMaster2.xml"/><Relationship Id="rId2" Type="http://schemas.openxmlformats.org/officeDocument/2006/relationships/image" Target="../media/image27.jpg"/><Relationship Id="rId3" Type="http://schemas.openxmlformats.org/officeDocument/2006/relationships/image" Target="../media/image1.jpg"/><Relationship Id="rId4" Type="http://schemas.openxmlformats.org/officeDocument/2006/relationships/image" Target="../media/image3.png"/><Relationship Id="rId9" Type="http://schemas.openxmlformats.org/officeDocument/2006/relationships/image" Target="../media/image25.png"/><Relationship Id="rId15" Type="http://schemas.openxmlformats.org/officeDocument/2006/relationships/image" Target="../media/image11.png"/><Relationship Id="rId14" Type="http://schemas.openxmlformats.org/officeDocument/2006/relationships/image" Target="../media/image10.png"/><Relationship Id="rId17" Type="http://schemas.openxmlformats.org/officeDocument/2006/relationships/image" Target="../media/image23.png"/><Relationship Id="rId16" Type="http://schemas.openxmlformats.org/officeDocument/2006/relationships/image" Target="../media/image24.png"/><Relationship Id="rId5" Type="http://schemas.openxmlformats.org/officeDocument/2006/relationships/image" Target="../media/image4.png"/><Relationship Id="rId6" Type="http://schemas.openxmlformats.org/officeDocument/2006/relationships/image" Target="../media/image26.png"/><Relationship Id="rId18" Type="http://schemas.openxmlformats.org/officeDocument/2006/relationships/image" Target="../media/image7.png"/><Relationship Id="rId7" Type="http://schemas.openxmlformats.org/officeDocument/2006/relationships/image" Target="../media/image37.png"/><Relationship Id="rId8"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6"/>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6"/>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6"/>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6"/>
          <p:cNvSpPr txBox="1"/>
          <p:nvPr>
            <p:ph type="ctrTitle"/>
          </p:nvPr>
        </p:nvSpPr>
        <p:spPr>
          <a:xfrm>
            <a:off x="457200" y="1420283"/>
            <a:ext cx="5181600" cy="980017"/>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6"/>
          <p:cNvSpPr txBox="1"/>
          <p:nvPr>
            <p:ph idx="1" type="subTitle"/>
          </p:nvPr>
        </p:nvSpPr>
        <p:spPr>
          <a:xfrm>
            <a:off x="914400" y="2590800"/>
            <a:ext cx="4267200" cy="1168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27"/>
              </a:spcBef>
              <a:spcAft>
                <a:spcPts val="0"/>
              </a:spcAft>
              <a:buClr>
                <a:srgbClr val="888888"/>
              </a:buClr>
              <a:buSzPts val="2133"/>
              <a:buNone/>
              <a:defRPr>
                <a:solidFill>
                  <a:srgbClr val="888888"/>
                </a:solidFill>
              </a:defRPr>
            </a:lvl1pPr>
            <a:lvl2pPr lvl="1" algn="ctr">
              <a:lnSpc>
                <a:spcPct val="100000"/>
              </a:lnSpc>
              <a:spcBef>
                <a:spcPts val="373"/>
              </a:spcBef>
              <a:spcAft>
                <a:spcPts val="0"/>
              </a:spcAft>
              <a:buClr>
                <a:srgbClr val="888888"/>
              </a:buClr>
              <a:buSzPts val="1867"/>
              <a:buNone/>
              <a:defRPr>
                <a:solidFill>
                  <a:srgbClr val="888888"/>
                </a:solidFill>
              </a:defRPr>
            </a:lvl2pPr>
            <a:lvl3pPr lvl="2" algn="ctr">
              <a:lnSpc>
                <a:spcPct val="100000"/>
              </a:lnSpc>
              <a:spcBef>
                <a:spcPts val="320"/>
              </a:spcBef>
              <a:spcAft>
                <a:spcPts val="0"/>
              </a:spcAft>
              <a:buClr>
                <a:srgbClr val="888888"/>
              </a:buClr>
              <a:buSzPts val="1600"/>
              <a:buNone/>
              <a:defRPr>
                <a:solidFill>
                  <a:srgbClr val="888888"/>
                </a:solidFill>
              </a:defRPr>
            </a:lvl3pPr>
            <a:lvl4pPr lvl="3" algn="ctr">
              <a:lnSpc>
                <a:spcPct val="100000"/>
              </a:lnSpc>
              <a:spcBef>
                <a:spcPts val="267"/>
              </a:spcBef>
              <a:spcAft>
                <a:spcPts val="0"/>
              </a:spcAft>
              <a:buClr>
                <a:srgbClr val="888888"/>
              </a:buClr>
              <a:buSzPts val="1333"/>
              <a:buNone/>
              <a:defRPr>
                <a:solidFill>
                  <a:srgbClr val="888888"/>
                </a:solidFill>
              </a:defRPr>
            </a:lvl4pPr>
            <a:lvl5pPr lvl="4" algn="ctr">
              <a:lnSpc>
                <a:spcPct val="100000"/>
              </a:lnSpc>
              <a:spcBef>
                <a:spcPts val="267"/>
              </a:spcBef>
              <a:spcAft>
                <a:spcPts val="0"/>
              </a:spcAft>
              <a:buClr>
                <a:srgbClr val="888888"/>
              </a:buClr>
              <a:buSzPts val="1333"/>
              <a:buNone/>
              <a:defRPr>
                <a:solidFill>
                  <a:srgbClr val="888888"/>
                </a:solidFill>
              </a:defRPr>
            </a:lvl5pPr>
            <a:lvl6pPr lvl="5" algn="ctr">
              <a:lnSpc>
                <a:spcPct val="100000"/>
              </a:lnSpc>
              <a:spcBef>
                <a:spcPts val="267"/>
              </a:spcBef>
              <a:spcAft>
                <a:spcPts val="0"/>
              </a:spcAft>
              <a:buClr>
                <a:srgbClr val="888888"/>
              </a:buClr>
              <a:buSzPts val="1333"/>
              <a:buNone/>
              <a:defRPr>
                <a:solidFill>
                  <a:srgbClr val="888888"/>
                </a:solidFill>
              </a:defRPr>
            </a:lvl6pPr>
            <a:lvl7pPr lvl="6" algn="ctr">
              <a:lnSpc>
                <a:spcPct val="100000"/>
              </a:lnSpc>
              <a:spcBef>
                <a:spcPts val="267"/>
              </a:spcBef>
              <a:spcAft>
                <a:spcPts val="0"/>
              </a:spcAft>
              <a:buClr>
                <a:srgbClr val="888888"/>
              </a:buClr>
              <a:buSzPts val="1333"/>
              <a:buNone/>
              <a:defRPr>
                <a:solidFill>
                  <a:srgbClr val="888888"/>
                </a:solidFill>
              </a:defRPr>
            </a:lvl7pPr>
            <a:lvl8pPr lvl="7" algn="ctr">
              <a:lnSpc>
                <a:spcPct val="100000"/>
              </a:lnSpc>
              <a:spcBef>
                <a:spcPts val="267"/>
              </a:spcBef>
              <a:spcAft>
                <a:spcPts val="0"/>
              </a:spcAft>
              <a:buClr>
                <a:srgbClr val="888888"/>
              </a:buClr>
              <a:buSzPts val="1333"/>
              <a:buNone/>
              <a:defRPr>
                <a:solidFill>
                  <a:srgbClr val="888888"/>
                </a:solidFill>
              </a:defRPr>
            </a:lvl8pPr>
            <a:lvl9pPr lvl="8" algn="ctr">
              <a:lnSpc>
                <a:spcPct val="100000"/>
              </a:lnSpc>
              <a:spcBef>
                <a:spcPts val="267"/>
              </a:spcBef>
              <a:spcAft>
                <a:spcPts val="0"/>
              </a:spcAft>
              <a:buClr>
                <a:srgbClr val="888888"/>
              </a:buClr>
              <a:buSzPts val="1333"/>
              <a:buNone/>
              <a:defRPr>
                <a:solidFill>
                  <a:srgbClr val="888888"/>
                </a:solidFill>
              </a:defRPr>
            </a:lvl9pPr>
          </a:lstStyle>
          <a:p/>
        </p:txBody>
      </p:sp>
      <p:sp>
        <p:nvSpPr>
          <p:cNvPr id="18" name="Google Shape;18;p36"/>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6"/>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6"/>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7"/>
          <p:cNvSpPr txBox="1"/>
          <p:nvPr>
            <p:ph type="title"/>
          </p:nvPr>
        </p:nvSpPr>
        <p:spPr>
          <a:xfrm>
            <a:off x="304800" y="183092"/>
            <a:ext cx="5486400" cy="762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7"/>
          <p:cNvSpPr txBox="1"/>
          <p:nvPr>
            <p:ph idx="1" type="body"/>
          </p:nvPr>
        </p:nvSpPr>
        <p:spPr>
          <a:xfrm>
            <a:off x="304800" y="1066800"/>
            <a:ext cx="5486400" cy="301730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7"/>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7"/>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7"/>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8"/>
          <p:cNvSpPr txBox="1"/>
          <p:nvPr>
            <p:ph type="title"/>
          </p:nvPr>
        </p:nvSpPr>
        <p:spPr>
          <a:xfrm>
            <a:off x="481542" y="2937934"/>
            <a:ext cx="5181600" cy="90805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667"/>
              <a:buFont typeface="Calibri"/>
              <a:buNone/>
              <a:defRPr b="1" sz="2667"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8"/>
          <p:cNvSpPr txBox="1"/>
          <p:nvPr>
            <p:ph idx="1" type="body"/>
          </p:nvPr>
        </p:nvSpPr>
        <p:spPr>
          <a:xfrm>
            <a:off x="481542" y="1937809"/>
            <a:ext cx="5181600" cy="100012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267"/>
              </a:spcBef>
              <a:spcAft>
                <a:spcPts val="0"/>
              </a:spcAft>
              <a:buClr>
                <a:srgbClr val="888888"/>
              </a:buClr>
              <a:buSzPts val="1333"/>
              <a:buNone/>
              <a:defRPr sz="1333">
                <a:solidFill>
                  <a:srgbClr val="888888"/>
                </a:solidFill>
              </a:defRPr>
            </a:lvl1pPr>
            <a:lvl2pPr indent="-228600" lvl="1" marL="914400" algn="l">
              <a:lnSpc>
                <a:spcPct val="100000"/>
              </a:lnSpc>
              <a:spcBef>
                <a:spcPts val="240"/>
              </a:spcBef>
              <a:spcAft>
                <a:spcPts val="0"/>
              </a:spcAft>
              <a:buClr>
                <a:srgbClr val="888888"/>
              </a:buClr>
              <a:buSzPts val="1200"/>
              <a:buNone/>
              <a:defRPr sz="1200">
                <a:solidFill>
                  <a:srgbClr val="888888"/>
                </a:solidFill>
              </a:defRPr>
            </a:lvl2pPr>
            <a:lvl3pPr indent="-228600" lvl="2" marL="1371600" algn="l">
              <a:lnSpc>
                <a:spcPct val="100000"/>
              </a:lnSpc>
              <a:spcBef>
                <a:spcPts val="213"/>
              </a:spcBef>
              <a:spcAft>
                <a:spcPts val="0"/>
              </a:spcAft>
              <a:buClr>
                <a:srgbClr val="888888"/>
              </a:buClr>
              <a:buSzPts val="1067"/>
              <a:buNone/>
              <a:defRPr sz="1067">
                <a:solidFill>
                  <a:srgbClr val="888888"/>
                </a:solidFill>
              </a:defRPr>
            </a:lvl3pPr>
            <a:lvl4pPr indent="-228600" lvl="3" marL="1828800" algn="l">
              <a:lnSpc>
                <a:spcPct val="100000"/>
              </a:lnSpc>
              <a:spcBef>
                <a:spcPts val="187"/>
              </a:spcBef>
              <a:spcAft>
                <a:spcPts val="0"/>
              </a:spcAft>
              <a:buClr>
                <a:srgbClr val="888888"/>
              </a:buClr>
              <a:buSzPts val="933"/>
              <a:buNone/>
              <a:defRPr sz="933">
                <a:solidFill>
                  <a:srgbClr val="888888"/>
                </a:solidFill>
              </a:defRPr>
            </a:lvl4pPr>
            <a:lvl5pPr indent="-228600" lvl="4" marL="2286000" algn="l">
              <a:lnSpc>
                <a:spcPct val="100000"/>
              </a:lnSpc>
              <a:spcBef>
                <a:spcPts val="187"/>
              </a:spcBef>
              <a:spcAft>
                <a:spcPts val="0"/>
              </a:spcAft>
              <a:buClr>
                <a:srgbClr val="888888"/>
              </a:buClr>
              <a:buSzPts val="933"/>
              <a:buNone/>
              <a:defRPr sz="933">
                <a:solidFill>
                  <a:srgbClr val="888888"/>
                </a:solidFill>
              </a:defRPr>
            </a:lvl5pPr>
            <a:lvl6pPr indent="-228600" lvl="5" marL="2743200" algn="l">
              <a:lnSpc>
                <a:spcPct val="100000"/>
              </a:lnSpc>
              <a:spcBef>
                <a:spcPts val="187"/>
              </a:spcBef>
              <a:spcAft>
                <a:spcPts val="0"/>
              </a:spcAft>
              <a:buClr>
                <a:srgbClr val="888888"/>
              </a:buClr>
              <a:buSzPts val="933"/>
              <a:buNone/>
              <a:defRPr sz="933">
                <a:solidFill>
                  <a:srgbClr val="888888"/>
                </a:solidFill>
              </a:defRPr>
            </a:lvl6pPr>
            <a:lvl7pPr indent="-228600" lvl="6" marL="3200400" algn="l">
              <a:lnSpc>
                <a:spcPct val="100000"/>
              </a:lnSpc>
              <a:spcBef>
                <a:spcPts val="187"/>
              </a:spcBef>
              <a:spcAft>
                <a:spcPts val="0"/>
              </a:spcAft>
              <a:buClr>
                <a:srgbClr val="888888"/>
              </a:buClr>
              <a:buSzPts val="933"/>
              <a:buNone/>
              <a:defRPr sz="933">
                <a:solidFill>
                  <a:srgbClr val="888888"/>
                </a:solidFill>
              </a:defRPr>
            </a:lvl7pPr>
            <a:lvl8pPr indent="-228600" lvl="7" marL="3657600" algn="l">
              <a:lnSpc>
                <a:spcPct val="100000"/>
              </a:lnSpc>
              <a:spcBef>
                <a:spcPts val="187"/>
              </a:spcBef>
              <a:spcAft>
                <a:spcPts val="0"/>
              </a:spcAft>
              <a:buClr>
                <a:srgbClr val="888888"/>
              </a:buClr>
              <a:buSzPts val="933"/>
              <a:buNone/>
              <a:defRPr sz="933">
                <a:solidFill>
                  <a:srgbClr val="888888"/>
                </a:solidFill>
              </a:defRPr>
            </a:lvl8pPr>
            <a:lvl9pPr indent="-228600" lvl="8" marL="4114800" algn="l">
              <a:lnSpc>
                <a:spcPct val="100000"/>
              </a:lnSpc>
              <a:spcBef>
                <a:spcPts val="187"/>
              </a:spcBef>
              <a:spcAft>
                <a:spcPts val="0"/>
              </a:spcAft>
              <a:buClr>
                <a:srgbClr val="888888"/>
              </a:buClr>
              <a:buSzPts val="933"/>
              <a:buNone/>
              <a:defRPr sz="933">
                <a:solidFill>
                  <a:srgbClr val="888888"/>
                </a:solidFill>
              </a:defRPr>
            </a:lvl9pPr>
          </a:lstStyle>
          <a:p/>
        </p:txBody>
      </p:sp>
      <p:sp>
        <p:nvSpPr>
          <p:cNvPr id="30" name="Google Shape;30;p38"/>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8"/>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8"/>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9"/>
          <p:cNvSpPr txBox="1"/>
          <p:nvPr>
            <p:ph type="title"/>
          </p:nvPr>
        </p:nvSpPr>
        <p:spPr>
          <a:xfrm>
            <a:off x="304800" y="183092"/>
            <a:ext cx="5486400" cy="762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9"/>
          <p:cNvSpPr txBox="1"/>
          <p:nvPr>
            <p:ph idx="1" type="body"/>
          </p:nvPr>
        </p:nvSpPr>
        <p:spPr>
          <a:xfrm>
            <a:off x="304800" y="1066800"/>
            <a:ext cx="2692400" cy="3017309"/>
          </a:xfrm>
          <a:prstGeom prst="rect">
            <a:avLst/>
          </a:prstGeom>
          <a:noFill/>
          <a:ln>
            <a:noFill/>
          </a:ln>
        </p:spPr>
        <p:txBody>
          <a:bodyPr anchorCtr="0" anchor="t" bIns="45700" lIns="91425" spcFirstLastPara="1" rIns="91425" wrap="square" tIns="45700">
            <a:normAutofit/>
          </a:bodyPr>
          <a:lstStyle>
            <a:lvl1pPr indent="-347154" lvl="0" marL="457200" algn="l">
              <a:lnSpc>
                <a:spcPct val="100000"/>
              </a:lnSpc>
              <a:spcBef>
                <a:spcPts val="373"/>
              </a:spcBef>
              <a:spcAft>
                <a:spcPts val="0"/>
              </a:spcAft>
              <a:buClr>
                <a:schemeClr val="dk1"/>
              </a:buClr>
              <a:buSzPts val="1867"/>
              <a:buChar char="•"/>
              <a:defRPr sz="1867"/>
            </a:lvl1pPr>
            <a:lvl2pPr indent="-330200" lvl="1" marL="914400" algn="l">
              <a:lnSpc>
                <a:spcPct val="100000"/>
              </a:lnSpc>
              <a:spcBef>
                <a:spcPts val="320"/>
              </a:spcBef>
              <a:spcAft>
                <a:spcPts val="0"/>
              </a:spcAft>
              <a:buClr>
                <a:schemeClr val="dk1"/>
              </a:buClr>
              <a:buSzPts val="1600"/>
              <a:buChar char="–"/>
              <a:defRPr sz="1600"/>
            </a:lvl2pPr>
            <a:lvl3pPr indent="-313245" lvl="2" marL="1371600" algn="l">
              <a:lnSpc>
                <a:spcPct val="100000"/>
              </a:lnSpc>
              <a:spcBef>
                <a:spcPts val="267"/>
              </a:spcBef>
              <a:spcAft>
                <a:spcPts val="0"/>
              </a:spcAft>
              <a:buClr>
                <a:schemeClr val="dk1"/>
              </a:buClr>
              <a:buSzPts val="1333"/>
              <a:buChar char="•"/>
              <a:defRPr sz="1333"/>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36" name="Google Shape;36;p39"/>
          <p:cNvSpPr txBox="1"/>
          <p:nvPr>
            <p:ph idx="2" type="body"/>
          </p:nvPr>
        </p:nvSpPr>
        <p:spPr>
          <a:xfrm>
            <a:off x="3098800" y="1066800"/>
            <a:ext cx="2692400" cy="3017309"/>
          </a:xfrm>
          <a:prstGeom prst="rect">
            <a:avLst/>
          </a:prstGeom>
          <a:noFill/>
          <a:ln>
            <a:noFill/>
          </a:ln>
        </p:spPr>
        <p:txBody>
          <a:bodyPr anchorCtr="0" anchor="t" bIns="45700" lIns="91425" spcFirstLastPara="1" rIns="91425" wrap="square" tIns="45700">
            <a:normAutofit/>
          </a:bodyPr>
          <a:lstStyle>
            <a:lvl1pPr indent="-347154" lvl="0" marL="457200" algn="l">
              <a:lnSpc>
                <a:spcPct val="100000"/>
              </a:lnSpc>
              <a:spcBef>
                <a:spcPts val="373"/>
              </a:spcBef>
              <a:spcAft>
                <a:spcPts val="0"/>
              </a:spcAft>
              <a:buClr>
                <a:schemeClr val="dk1"/>
              </a:buClr>
              <a:buSzPts val="1867"/>
              <a:buChar char="•"/>
              <a:defRPr sz="1867"/>
            </a:lvl1pPr>
            <a:lvl2pPr indent="-330200" lvl="1" marL="914400" algn="l">
              <a:lnSpc>
                <a:spcPct val="100000"/>
              </a:lnSpc>
              <a:spcBef>
                <a:spcPts val="320"/>
              </a:spcBef>
              <a:spcAft>
                <a:spcPts val="0"/>
              </a:spcAft>
              <a:buClr>
                <a:schemeClr val="dk1"/>
              </a:buClr>
              <a:buSzPts val="1600"/>
              <a:buChar char="–"/>
              <a:defRPr sz="1600"/>
            </a:lvl2pPr>
            <a:lvl3pPr indent="-313245" lvl="2" marL="1371600" algn="l">
              <a:lnSpc>
                <a:spcPct val="100000"/>
              </a:lnSpc>
              <a:spcBef>
                <a:spcPts val="267"/>
              </a:spcBef>
              <a:spcAft>
                <a:spcPts val="0"/>
              </a:spcAft>
              <a:buClr>
                <a:schemeClr val="dk1"/>
              </a:buClr>
              <a:buSzPts val="1333"/>
              <a:buChar char="•"/>
              <a:defRPr sz="1333"/>
            </a:lvl3pPr>
            <a:lvl4pPr indent="-304800" lvl="3" marL="1828800" algn="l">
              <a:lnSpc>
                <a:spcPct val="100000"/>
              </a:lnSpc>
              <a:spcBef>
                <a:spcPts val="240"/>
              </a:spcBef>
              <a:spcAft>
                <a:spcPts val="0"/>
              </a:spcAft>
              <a:buClr>
                <a:schemeClr val="dk1"/>
              </a:buClr>
              <a:buSzPts val="1200"/>
              <a:buChar char="–"/>
              <a:defRPr sz="1200"/>
            </a:lvl4pPr>
            <a:lvl5pPr indent="-304800" lvl="4" marL="2286000" algn="l">
              <a:lnSpc>
                <a:spcPct val="100000"/>
              </a:lnSpc>
              <a:spcBef>
                <a:spcPts val="240"/>
              </a:spcBef>
              <a:spcAft>
                <a:spcPts val="0"/>
              </a:spcAft>
              <a:buClr>
                <a:schemeClr val="dk1"/>
              </a:buClr>
              <a:buSzPts val="1200"/>
              <a:buChar char="»"/>
              <a:defRPr sz="1200"/>
            </a:lvl5pPr>
            <a:lvl6pPr indent="-304800" lvl="5" marL="2743200" algn="l">
              <a:lnSpc>
                <a:spcPct val="100000"/>
              </a:lnSpc>
              <a:spcBef>
                <a:spcPts val="240"/>
              </a:spcBef>
              <a:spcAft>
                <a:spcPts val="0"/>
              </a:spcAft>
              <a:buClr>
                <a:schemeClr val="dk1"/>
              </a:buClr>
              <a:buSzPts val="1200"/>
              <a:buChar char="•"/>
              <a:defRPr sz="1200"/>
            </a:lvl6pPr>
            <a:lvl7pPr indent="-304800" lvl="6" marL="3200400" algn="l">
              <a:lnSpc>
                <a:spcPct val="100000"/>
              </a:lnSpc>
              <a:spcBef>
                <a:spcPts val="240"/>
              </a:spcBef>
              <a:spcAft>
                <a:spcPts val="0"/>
              </a:spcAft>
              <a:buClr>
                <a:schemeClr val="dk1"/>
              </a:buClr>
              <a:buSzPts val="1200"/>
              <a:buChar char="•"/>
              <a:defRPr sz="1200"/>
            </a:lvl7pPr>
            <a:lvl8pPr indent="-304800" lvl="7" marL="3657600" algn="l">
              <a:lnSpc>
                <a:spcPct val="100000"/>
              </a:lnSpc>
              <a:spcBef>
                <a:spcPts val="240"/>
              </a:spcBef>
              <a:spcAft>
                <a:spcPts val="0"/>
              </a:spcAft>
              <a:buClr>
                <a:schemeClr val="dk1"/>
              </a:buClr>
              <a:buSzPts val="1200"/>
              <a:buChar char="•"/>
              <a:defRPr sz="1200"/>
            </a:lvl8pPr>
            <a:lvl9pPr indent="-304800" lvl="8" marL="4114800" algn="l">
              <a:lnSpc>
                <a:spcPct val="100000"/>
              </a:lnSpc>
              <a:spcBef>
                <a:spcPts val="240"/>
              </a:spcBef>
              <a:spcAft>
                <a:spcPts val="0"/>
              </a:spcAft>
              <a:buClr>
                <a:schemeClr val="dk1"/>
              </a:buClr>
              <a:buSzPts val="1200"/>
              <a:buChar char="•"/>
              <a:defRPr sz="1200"/>
            </a:lvl9pPr>
          </a:lstStyle>
          <a:p/>
        </p:txBody>
      </p:sp>
      <p:sp>
        <p:nvSpPr>
          <p:cNvPr id="37" name="Google Shape;37;p39"/>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9"/>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9"/>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0"/>
          <p:cNvSpPr txBox="1"/>
          <p:nvPr>
            <p:ph type="title"/>
          </p:nvPr>
        </p:nvSpPr>
        <p:spPr>
          <a:xfrm>
            <a:off x="304800" y="183092"/>
            <a:ext cx="5486400" cy="762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2933"/>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0"/>
          <p:cNvSpPr txBox="1"/>
          <p:nvPr>
            <p:ph idx="1" type="body"/>
          </p:nvPr>
        </p:nvSpPr>
        <p:spPr>
          <a:xfrm>
            <a:off x="304800" y="1023409"/>
            <a:ext cx="2693459" cy="426508"/>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b="1" sz="1600"/>
            </a:lvl1pPr>
            <a:lvl2pPr indent="-228600" lvl="1" marL="914400" algn="l">
              <a:lnSpc>
                <a:spcPct val="100000"/>
              </a:lnSpc>
              <a:spcBef>
                <a:spcPts val="267"/>
              </a:spcBef>
              <a:spcAft>
                <a:spcPts val="0"/>
              </a:spcAft>
              <a:buClr>
                <a:schemeClr val="dk1"/>
              </a:buClr>
              <a:buSzPts val="1333"/>
              <a:buNone/>
              <a:defRPr b="1" sz="1333"/>
            </a:lvl2pPr>
            <a:lvl3pPr indent="-228600" lvl="2" marL="1371600" algn="l">
              <a:lnSpc>
                <a:spcPct val="100000"/>
              </a:lnSpc>
              <a:spcBef>
                <a:spcPts val="240"/>
              </a:spcBef>
              <a:spcAft>
                <a:spcPts val="0"/>
              </a:spcAft>
              <a:buClr>
                <a:schemeClr val="dk1"/>
              </a:buClr>
              <a:buSzPts val="1200"/>
              <a:buNone/>
              <a:defRPr b="1" sz="1200"/>
            </a:lvl3pPr>
            <a:lvl4pPr indent="-228600" lvl="3" marL="1828800" algn="l">
              <a:lnSpc>
                <a:spcPct val="100000"/>
              </a:lnSpc>
              <a:spcBef>
                <a:spcPts val="213"/>
              </a:spcBef>
              <a:spcAft>
                <a:spcPts val="0"/>
              </a:spcAft>
              <a:buClr>
                <a:schemeClr val="dk1"/>
              </a:buClr>
              <a:buSzPts val="1067"/>
              <a:buNone/>
              <a:defRPr b="1" sz="1067"/>
            </a:lvl4pPr>
            <a:lvl5pPr indent="-228600" lvl="4" marL="2286000" algn="l">
              <a:lnSpc>
                <a:spcPct val="100000"/>
              </a:lnSpc>
              <a:spcBef>
                <a:spcPts val="213"/>
              </a:spcBef>
              <a:spcAft>
                <a:spcPts val="0"/>
              </a:spcAft>
              <a:buClr>
                <a:schemeClr val="dk1"/>
              </a:buClr>
              <a:buSzPts val="1067"/>
              <a:buNone/>
              <a:defRPr b="1" sz="1067"/>
            </a:lvl5pPr>
            <a:lvl6pPr indent="-228600" lvl="5" marL="2743200" algn="l">
              <a:lnSpc>
                <a:spcPct val="100000"/>
              </a:lnSpc>
              <a:spcBef>
                <a:spcPts val="213"/>
              </a:spcBef>
              <a:spcAft>
                <a:spcPts val="0"/>
              </a:spcAft>
              <a:buClr>
                <a:schemeClr val="dk1"/>
              </a:buClr>
              <a:buSzPts val="1067"/>
              <a:buNone/>
              <a:defRPr b="1" sz="1067"/>
            </a:lvl6pPr>
            <a:lvl7pPr indent="-228600" lvl="6" marL="3200400" algn="l">
              <a:lnSpc>
                <a:spcPct val="100000"/>
              </a:lnSpc>
              <a:spcBef>
                <a:spcPts val="213"/>
              </a:spcBef>
              <a:spcAft>
                <a:spcPts val="0"/>
              </a:spcAft>
              <a:buClr>
                <a:schemeClr val="dk1"/>
              </a:buClr>
              <a:buSzPts val="1067"/>
              <a:buNone/>
              <a:defRPr b="1" sz="1067"/>
            </a:lvl7pPr>
            <a:lvl8pPr indent="-228600" lvl="7" marL="3657600" algn="l">
              <a:lnSpc>
                <a:spcPct val="100000"/>
              </a:lnSpc>
              <a:spcBef>
                <a:spcPts val="213"/>
              </a:spcBef>
              <a:spcAft>
                <a:spcPts val="0"/>
              </a:spcAft>
              <a:buClr>
                <a:schemeClr val="dk1"/>
              </a:buClr>
              <a:buSzPts val="1067"/>
              <a:buNone/>
              <a:defRPr b="1" sz="1067"/>
            </a:lvl8pPr>
            <a:lvl9pPr indent="-228600" lvl="8" marL="4114800" algn="l">
              <a:lnSpc>
                <a:spcPct val="100000"/>
              </a:lnSpc>
              <a:spcBef>
                <a:spcPts val="213"/>
              </a:spcBef>
              <a:spcAft>
                <a:spcPts val="0"/>
              </a:spcAft>
              <a:buClr>
                <a:schemeClr val="dk1"/>
              </a:buClr>
              <a:buSzPts val="1067"/>
              <a:buNone/>
              <a:defRPr b="1" sz="1067"/>
            </a:lvl9pPr>
          </a:lstStyle>
          <a:p/>
        </p:txBody>
      </p:sp>
      <p:sp>
        <p:nvSpPr>
          <p:cNvPr id="43" name="Google Shape;43;p40"/>
          <p:cNvSpPr txBox="1"/>
          <p:nvPr>
            <p:ph idx="2" type="body"/>
          </p:nvPr>
        </p:nvSpPr>
        <p:spPr>
          <a:xfrm>
            <a:off x="304800" y="1449917"/>
            <a:ext cx="2693459" cy="2634192"/>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320"/>
              </a:spcBef>
              <a:spcAft>
                <a:spcPts val="0"/>
              </a:spcAft>
              <a:buClr>
                <a:schemeClr val="dk1"/>
              </a:buClr>
              <a:buSzPts val="1600"/>
              <a:buChar char="•"/>
              <a:defRPr sz="1600"/>
            </a:lvl1pPr>
            <a:lvl2pPr indent="-313245" lvl="1" marL="914400" algn="l">
              <a:lnSpc>
                <a:spcPct val="100000"/>
              </a:lnSpc>
              <a:spcBef>
                <a:spcPts val="267"/>
              </a:spcBef>
              <a:spcAft>
                <a:spcPts val="0"/>
              </a:spcAft>
              <a:buClr>
                <a:schemeClr val="dk1"/>
              </a:buClr>
              <a:buSzPts val="1333"/>
              <a:buChar char="–"/>
              <a:defRPr sz="1333"/>
            </a:lvl2pPr>
            <a:lvl3pPr indent="-304800" lvl="2" marL="1371600" algn="l">
              <a:lnSpc>
                <a:spcPct val="100000"/>
              </a:lnSpc>
              <a:spcBef>
                <a:spcPts val="240"/>
              </a:spcBef>
              <a:spcAft>
                <a:spcPts val="0"/>
              </a:spcAft>
              <a:buClr>
                <a:schemeClr val="dk1"/>
              </a:buClr>
              <a:buSzPts val="1200"/>
              <a:buChar char="•"/>
              <a:defRPr sz="1200"/>
            </a:lvl3pPr>
            <a:lvl4pPr indent="-296354" lvl="3" marL="1828800" algn="l">
              <a:lnSpc>
                <a:spcPct val="100000"/>
              </a:lnSpc>
              <a:spcBef>
                <a:spcPts val="213"/>
              </a:spcBef>
              <a:spcAft>
                <a:spcPts val="0"/>
              </a:spcAft>
              <a:buClr>
                <a:schemeClr val="dk1"/>
              </a:buClr>
              <a:buSzPts val="1067"/>
              <a:buChar char="–"/>
              <a:defRPr sz="1067"/>
            </a:lvl4pPr>
            <a:lvl5pPr indent="-296354" lvl="4" marL="2286000" algn="l">
              <a:lnSpc>
                <a:spcPct val="100000"/>
              </a:lnSpc>
              <a:spcBef>
                <a:spcPts val="213"/>
              </a:spcBef>
              <a:spcAft>
                <a:spcPts val="0"/>
              </a:spcAft>
              <a:buClr>
                <a:schemeClr val="dk1"/>
              </a:buClr>
              <a:buSzPts val="1067"/>
              <a:buChar char="»"/>
              <a:defRPr sz="1067"/>
            </a:lvl5pPr>
            <a:lvl6pPr indent="-296354" lvl="5" marL="2743200" algn="l">
              <a:lnSpc>
                <a:spcPct val="100000"/>
              </a:lnSpc>
              <a:spcBef>
                <a:spcPts val="213"/>
              </a:spcBef>
              <a:spcAft>
                <a:spcPts val="0"/>
              </a:spcAft>
              <a:buClr>
                <a:schemeClr val="dk1"/>
              </a:buClr>
              <a:buSzPts val="1067"/>
              <a:buChar char="•"/>
              <a:defRPr sz="1067"/>
            </a:lvl6pPr>
            <a:lvl7pPr indent="-296354" lvl="6" marL="3200400" algn="l">
              <a:lnSpc>
                <a:spcPct val="100000"/>
              </a:lnSpc>
              <a:spcBef>
                <a:spcPts val="213"/>
              </a:spcBef>
              <a:spcAft>
                <a:spcPts val="0"/>
              </a:spcAft>
              <a:buClr>
                <a:schemeClr val="dk1"/>
              </a:buClr>
              <a:buSzPts val="1067"/>
              <a:buChar char="•"/>
              <a:defRPr sz="1067"/>
            </a:lvl7pPr>
            <a:lvl8pPr indent="-296354" lvl="7" marL="3657600" algn="l">
              <a:lnSpc>
                <a:spcPct val="100000"/>
              </a:lnSpc>
              <a:spcBef>
                <a:spcPts val="213"/>
              </a:spcBef>
              <a:spcAft>
                <a:spcPts val="0"/>
              </a:spcAft>
              <a:buClr>
                <a:schemeClr val="dk1"/>
              </a:buClr>
              <a:buSzPts val="1067"/>
              <a:buChar char="•"/>
              <a:defRPr sz="1067"/>
            </a:lvl8pPr>
            <a:lvl9pPr indent="-296354" lvl="8" marL="4114800" algn="l">
              <a:lnSpc>
                <a:spcPct val="100000"/>
              </a:lnSpc>
              <a:spcBef>
                <a:spcPts val="213"/>
              </a:spcBef>
              <a:spcAft>
                <a:spcPts val="0"/>
              </a:spcAft>
              <a:buClr>
                <a:schemeClr val="dk1"/>
              </a:buClr>
              <a:buSzPts val="1067"/>
              <a:buChar char="•"/>
              <a:defRPr sz="1067"/>
            </a:lvl9pPr>
          </a:lstStyle>
          <a:p/>
        </p:txBody>
      </p:sp>
      <p:sp>
        <p:nvSpPr>
          <p:cNvPr id="44" name="Google Shape;44;p40"/>
          <p:cNvSpPr txBox="1"/>
          <p:nvPr>
            <p:ph idx="3" type="body"/>
          </p:nvPr>
        </p:nvSpPr>
        <p:spPr>
          <a:xfrm>
            <a:off x="3096684" y="1023409"/>
            <a:ext cx="2694517" cy="426508"/>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None/>
              <a:defRPr b="1" sz="1600"/>
            </a:lvl1pPr>
            <a:lvl2pPr indent="-228600" lvl="1" marL="914400" algn="l">
              <a:lnSpc>
                <a:spcPct val="100000"/>
              </a:lnSpc>
              <a:spcBef>
                <a:spcPts val="267"/>
              </a:spcBef>
              <a:spcAft>
                <a:spcPts val="0"/>
              </a:spcAft>
              <a:buClr>
                <a:schemeClr val="dk1"/>
              </a:buClr>
              <a:buSzPts val="1333"/>
              <a:buNone/>
              <a:defRPr b="1" sz="1333"/>
            </a:lvl2pPr>
            <a:lvl3pPr indent="-228600" lvl="2" marL="1371600" algn="l">
              <a:lnSpc>
                <a:spcPct val="100000"/>
              </a:lnSpc>
              <a:spcBef>
                <a:spcPts val="240"/>
              </a:spcBef>
              <a:spcAft>
                <a:spcPts val="0"/>
              </a:spcAft>
              <a:buClr>
                <a:schemeClr val="dk1"/>
              </a:buClr>
              <a:buSzPts val="1200"/>
              <a:buNone/>
              <a:defRPr b="1" sz="1200"/>
            </a:lvl3pPr>
            <a:lvl4pPr indent="-228600" lvl="3" marL="1828800" algn="l">
              <a:lnSpc>
                <a:spcPct val="100000"/>
              </a:lnSpc>
              <a:spcBef>
                <a:spcPts val="213"/>
              </a:spcBef>
              <a:spcAft>
                <a:spcPts val="0"/>
              </a:spcAft>
              <a:buClr>
                <a:schemeClr val="dk1"/>
              </a:buClr>
              <a:buSzPts val="1067"/>
              <a:buNone/>
              <a:defRPr b="1" sz="1067"/>
            </a:lvl4pPr>
            <a:lvl5pPr indent="-228600" lvl="4" marL="2286000" algn="l">
              <a:lnSpc>
                <a:spcPct val="100000"/>
              </a:lnSpc>
              <a:spcBef>
                <a:spcPts val="213"/>
              </a:spcBef>
              <a:spcAft>
                <a:spcPts val="0"/>
              </a:spcAft>
              <a:buClr>
                <a:schemeClr val="dk1"/>
              </a:buClr>
              <a:buSzPts val="1067"/>
              <a:buNone/>
              <a:defRPr b="1" sz="1067"/>
            </a:lvl5pPr>
            <a:lvl6pPr indent="-228600" lvl="5" marL="2743200" algn="l">
              <a:lnSpc>
                <a:spcPct val="100000"/>
              </a:lnSpc>
              <a:spcBef>
                <a:spcPts val="213"/>
              </a:spcBef>
              <a:spcAft>
                <a:spcPts val="0"/>
              </a:spcAft>
              <a:buClr>
                <a:schemeClr val="dk1"/>
              </a:buClr>
              <a:buSzPts val="1067"/>
              <a:buNone/>
              <a:defRPr b="1" sz="1067"/>
            </a:lvl6pPr>
            <a:lvl7pPr indent="-228600" lvl="6" marL="3200400" algn="l">
              <a:lnSpc>
                <a:spcPct val="100000"/>
              </a:lnSpc>
              <a:spcBef>
                <a:spcPts val="213"/>
              </a:spcBef>
              <a:spcAft>
                <a:spcPts val="0"/>
              </a:spcAft>
              <a:buClr>
                <a:schemeClr val="dk1"/>
              </a:buClr>
              <a:buSzPts val="1067"/>
              <a:buNone/>
              <a:defRPr b="1" sz="1067"/>
            </a:lvl7pPr>
            <a:lvl8pPr indent="-228600" lvl="7" marL="3657600" algn="l">
              <a:lnSpc>
                <a:spcPct val="100000"/>
              </a:lnSpc>
              <a:spcBef>
                <a:spcPts val="213"/>
              </a:spcBef>
              <a:spcAft>
                <a:spcPts val="0"/>
              </a:spcAft>
              <a:buClr>
                <a:schemeClr val="dk1"/>
              </a:buClr>
              <a:buSzPts val="1067"/>
              <a:buNone/>
              <a:defRPr b="1" sz="1067"/>
            </a:lvl8pPr>
            <a:lvl9pPr indent="-228600" lvl="8" marL="4114800" algn="l">
              <a:lnSpc>
                <a:spcPct val="100000"/>
              </a:lnSpc>
              <a:spcBef>
                <a:spcPts val="213"/>
              </a:spcBef>
              <a:spcAft>
                <a:spcPts val="0"/>
              </a:spcAft>
              <a:buClr>
                <a:schemeClr val="dk1"/>
              </a:buClr>
              <a:buSzPts val="1067"/>
              <a:buNone/>
              <a:defRPr b="1" sz="1067"/>
            </a:lvl9pPr>
          </a:lstStyle>
          <a:p/>
        </p:txBody>
      </p:sp>
      <p:sp>
        <p:nvSpPr>
          <p:cNvPr id="45" name="Google Shape;45;p40"/>
          <p:cNvSpPr txBox="1"/>
          <p:nvPr>
            <p:ph idx="4" type="body"/>
          </p:nvPr>
        </p:nvSpPr>
        <p:spPr>
          <a:xfrm>
            <a:off x="3096684" y="1449917"/>
            <a:ext cx="2694517" cy="2634192"/>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320"/>
              </a:spcBef>
              <a:spcAft>
                <a:spcPts val="0"/>
              </a:spcAft>
              <a:buClr>
                <a:schemeClr val="dk1"/>
              </a:buClr>
              <a:buSzPts val="1600"/>
              <a:buChar char="•"/>
              <a:defRPr sz="1600"/>
            </a:lvl1pPr>
            <a:lvl2pPr indent="-313245" lvl="1" marL="914400" algn="l">
              <a:lnSpc>
                <a:spcPct val="100000"/>
              </a:lnSpc>
              <a:spcBef>
                <a:spcPts val="267"/>
              </a:spcBef>
              <a:spcAft>
                <a:spcPts val="0"/>
              </a:spcAft>
              <a:buClr>
                <a:schemeClr val="dk1"/>
              </a:buClr>
              <a:buSzPts val="1333"/>
              <a:buChar char="–"/>
              <a:defRPr sz="1333"/>
            </a:lvl2pPr>
            <a:lvl3pPr indent="-304800" lvl="2" marL="1371600" algn="l">
              <a:lnSpc>
                <a:spcPct val="100000"/>
              </a:lnSpc>
              <a:spcBef>
                <a:spcPts val="240"/>
              </a:spcBef>
              <a:spcAft>
                <a:spcPts val="0"/>
              </a:spcAft>
              <a:buClr>
                <a:schemeClr val="dk1"/>
              </a:buClr>
              <a:buSzPts val="1200"/>
              <a:buChar char="•"/>
              <a:defRPr sz="1200"/>
            </a:lvl3pPr>
            <a:lvl4pPr indent="-296354" lvl="3" marL="1828800" algn="l">
              <a:lnSpc>
                <a:spcPct val="100000"/>
              </a:lnSpc>
              <a:spcBef>
                <a:spcPts val="213"/>
              </a:spcBef>
              <a:spcAft>
                <a:spcPts val="0"/>
              </a:spcAft>
              <a:buClr>
                <a:schemeClr val="dk1"/>
              </a:buClr>
              <a:buSzPts val="1067"/>
              <a:buChar char="–"/>
              <a:defRPr sz="1067"/>
            </a:lvl4pPr>
            <a:lvl5pPr indent="-296354" lvl="4" marL="2286000" algn="l">
              <a:lnSpc>
                <a:spcPct val="100000"/>
              </a:lnSpc>
              <a:spcBef>
                <a:spcPts val="213"/>
              </a:spcBef>
              <a:spcAft>
                <a:spcPts val="0"/>
              </a:spcAft>
              <a:buClr>
                <a:schemeClr val="dk1"/>
              </a:buClr>
              <a:buSzPts val="1067"/>
              <a:buChar char="»"/>
              <a:defRPr sz="1067"/>
            </a:lvl5pPr>
            <a:lvl6pPr indent="-296354" lvl="5" marL="2743200" algn="l">
              <a:lnSpc>
                <a:spcPct val="100000"/>
              </a:lnSpc>
              <a:spcBef>
                <a:spcPts val="213"/>
              </a:spcBef>
              <a:spcAft>
                <a:spcPts val="0"/>
              </a:spcAft>
              <a:buClr>
                <a:schemeClr val="dk1"/>
              </a:buClr>
              <a:buSzPts val="1067"/>
              <a:buChar char="•"/>
              <a:defRPr sz="1067"/>
            </a:lvl6pPr>
            <a:lvl7pPr indent="-296354" lvl="6" marL="3200400" algn="l">
              <a:lnSpc>
                <a:spcPct val="100000"/>
              </a:lnSpc>
              <a:spcBef>
                <a:spcPts val="213"/>
              </a:spcBef>
              <a:spcAft>
                <a:spcPts val="0"/>
              </a:spcAft>
              <a:buClr>
                <a:schemeClr val="dk1"/>
              </a:buClr>
              <a:buSzPts val="1067"/>
              <a:buChar char="•"/>
              <a:defRPr sz="1067"/>
            </a:lvl7pPr>
            <a:lvl8pPr indent="-296354" lvl="7" marL="3657600" algn="l">
              <a:lnSpc>
                <a:spcPct val="100000"/>
              </a:lnSpc>
              <a:spcBef>
                <a:spcPts val="213"/>
              </a:spcBef>
              <a:spcAft>
                <a:spcPts val="0"/>
              </a:spcAft>
              <a:buClr>
                <a:schemeClr val="dk1"/>
              </a:buClr>
              <a:buSzPts val="1067"/>
              <a:buChar char="•"/>
              <a:defRPr sz="1067"/>
            </a:lvl8pPr>
            <a:lvl9pPr indent="-296354" lvl="8" marL="4114800" algn="l">
              <a:lnSpc>
                <a:spcPct val="100000"/>
              </a:lnSpc>
              <a:spcBef>
                <a:spcPts val="213"/>
              </a:spcBef>
              <a:spcAft>
                <a:spcPts val="0"/>
              </a:spcAft>
              <a:buClr>
                <a:schemeClr val="dk1"/>
              </a:buClr>
              <a:buSzPts val="1067"/>
              <a:buChar char="•"/>
              <a:defRPr sz="1067"/>
            </a:lvl9pPr>
          </a:lstStyle>
          <a:p/>
        </p:txBody>
      </p:sp>
      <p:sp>
        <p:nvSpPr>
          <p:cNvPr id="46" name="Google Shape;46;p40"/>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0"/>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0"/>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1"/>
          <p:cNvSpPr txBox="1"/>
          <p:nvPr>
            <p:ph type="title"/>
          </p:nvPr>
        </p:nvSpPr>
        <p:spPr>
          <a:xfrm>
            <a:off x="304800" y="183092"/>
            <a:ext cx="5486400" cy="762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1"/>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1"/>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1"/>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2"/>
          <p:cNvSpPr txBox="1"/>
          <p:nvPr>
            <p:ph type="title"/>
          </p:nvPr>
        </p:nvSpPr>
        <p:spPr>
          <a:xfrm>
            <a:off x="304800" y="182033"/>
            <a:ext cx="2005542" cy="774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333"/>
              <a:buFont typeface="Calibri"/>
              <a:buNone/>
              <a:defRPr b="1" sz="1333"/>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2"/>
          <p:cNvSpPr txBox="1"/>
          <p:nvPr>
            <p:ph idx="1" type="body"/>
          </p:nvPr>
        </p:nvSpPr>
        <p:spPr>
          <a:xfrm>
            <a:off x="2383367" y="182034"/>
            <a:ext cx="3407833" cy="3902075"/>
          </a:xfrm>
          <a:prstGeom prst="rect">
            <a:avLst/>
          </a:prstGeom>
          <a:noFill/>
          <a:ln>
            <a:noFill/>
          </a:ln>
        </p:spPr>
        <p:txBody>
          <a:bodyPr anchorCtr="0" anchor="t" bIns="45700" lIns="91425" spcFirstLastPara="1" rIns="91425" wrap="square" tIns="45700">
            <a:normAutofit/>
          </a:bodyPr>
          <a:lstStyle>
            <a:lvl1pPr indent="-364045" lvl="0" marL="457200" algn="l">
              <a:lnSpc>
                <a:spcPct val="100000"/>
              </a:lnSpc>
              <a:spcBef>
                <a:spcPts val="427"/>
              </a:spcBef>
              <a:spcAft>
                <a:spcPts val="0"/>
              </a:spcAft>
              <a:buClr>
                <a:schemeClr val="dk1"/>
              </a:buClr>
              <a:buSzPts val="2133"/>
              <a:buChar char="•"/>
              <a:defRPr sz="2133"/>
            </a:lvl1pPr>
            <a:lvl2pPr indent="-347154" lvl="1" marL="914400" algn="l">
              <a:lnSpc>
                <a:spcPct val="100000"/>
              </a:lnSpc>
              <a:spcBef>
                <a:spcPts val="373"/>
              </a:spcBef>
              <a:spcAft>
                <a:spcPts val="0"/>
              </a:spcAft>
              <a:buClr>
                <a:schemeClr val="dk1"/>
              </a:buClr>
              <a:buSzPts val="1867"/>
              <a:buChar char="–"/>
              <a:defRPr sz="1867"/>
            </a:lvl2pPr>
            <a:lvl3pPr indent="-330200" lvl="2" marL="1371600" algn="l">
              <a:lnSpc>
                <a:spcPct val="100000"/>
              </a:lnSpc>
              <a:spcBef>
                <a:spcPts val="320"/>
              </a:spcBef>
              <a:spcAft>
                <a:spcPts val="0"/>
              </a:spcAft>
              <a:buClr>
                <a:schemeClr val="dk1"/>
              </a:buClr>
              <a:buSzPts val="1600"/>
              <a:buChar char="•"/>
              <a:defRPr sz="1600"/>
            </a:lvl3pPr>
            <a:lvl4pPr indent="-313245" lvl="3" marL="1828800" algn="l">
              <a:lnSpc>
                <a:spcPct val="100000"/>
              </a:lnSpc>
              <a:spcBef>
                <a:spcPts val="267"/>
              </a:spcBef>
              <a:spcAft>
                <a:spcPts val="0"/>
              </a:spcAft>
              <a:buClr>
                <a:schemeClr val="dk1"/>
              </a:buClr>
              <a:buSzPts val="1333"/>
              <a:buChar char="–"/>
              <a:defRPr sz="1333"/>
            </a:lvl4pPr>
            <a:lvl5pPr indent="-313245" lvl="4" marL="2286000" algn="l">
              <a:lnSpc>
                <a:spcPct val="100000"/>
              </a:lnSpc>
              <a:spcBef>
                <a:spcPts val="267"/>
              </a:spcBef>
              <a:spcAft>
                <a:spcPts val="0"/>
              </a:spcAft>
              <a:buClr>
                <a:schemeClr val="dk1"/>
              </a:buClr>
              <a:buSzPts val="1333"/>
              <a:buChar char="»"/>
              <a:defRPr sz="1333"/>
            </a:lvl5pPr>
            <a:lvl6pPr indent="-313245" lvl="5" marL="2743200" algn="l">
              <a:lnSpc>
                <a:spcPct val="100000"/>
              </a:lnSpc>
              <a:spcBef>
                <a:spcPts val="267"/>
              </a:spcBef>
              <a:spcAft>
                <a:spcPts val="0"/>
              </a:spcAft>
              <a:buClr>
                <a:schemeClr val="dk1"/>
              </a:buClr>
              <a:buSzPts val="1333"/>
              <a:buChar char="•"/>
              <a:defRPr sz="1333"/>
            </a:lvl6pPr>
            <a:lvl7pPr indent="-313245" lvl="6" marL="3200400" algn="l">
              <a:lnSpc>
                <a:spcPct val="100000"/>
              </a:lnSpc>
              <a:spcBef>
                <a:spcPts val="267"/>
              </a:spcBef>
              <a:spcAft>
                <a:spcPts val="0"/>
              </a:spcAft>
              <a:buClr>
                <a:schemeClr val="dk1"/>
              </a:buClr>
              <a:buSzPts val="1333"/>
              <a:buChar char="•"/>
              <a:defRPr sz="1333"/>
            </a:lvl7pPr>
            <a:lvl8pPr indent="-313245" lvl="7" marL="3657600" algn="l">
              <a:lnSpc>
                <a:spcPct val="100000"/>
              </a:lnSpc>
              <a:spcBef>
                <a:spcPts val="267"/>
              </a:spcBef>
              <a:spcAft>
                <a:spcPts val="0"/>
              </a:spcAft>
              <a:buClr>
                <a:schemeClr val="dk1"/>
              </a:buClr>
              <a:buSzPts val="1333"/>
              <a:buChar char="•"/>
              <a:defRPr sz="1333"/>
            </a:lvl8pPr>
            <a:lvl9pPr indent="-313245" lvl="8" marL="4114800" algn="l">
              <a:lnSpc>
                <a:spcPct val="100000"/>
              </a:lnSpc>
              <a:spcBef>
                <a:spcPts val="267"/>
              </a:spcBef>
              <a:spcAft>
                <a:spcPts val="0"/>
              </a:spcAft>
              <a:buClr>
                <a:schemeClr val="dk1"/>
              </a:buClr>
              <a:buSzPts val="1333"/>
              <a:buChar char="•"/>
              <a:defRPr sz="1333"/>
            </a:lvl9pPr>
          </a:lstStyle>
          <a:p/>
        </p:txBody>
      </p:sp>
      <p:sp>
        <p:nvSpPr>
          <p:cNvPr id="57" name="Google Shape;57;p42"/>
          <p:cNvSpPr txBox="1"/>
          <p:nvPr>
            <p:ph idx="2" type="body"/>
          </p:nvPr>
        </p:nvSpPr>
        <p:spPr>
          <a:xfrm>
            <a:off x="304800" y="956734"/>
            <a:ext cx="2005542" cy="312737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87"/>
              </a:spcBef>
              <a:spcAft>
                <a:spcPts val="0"/>
              </a:spcAft>
              <a:buClr>
                <a:schemeClr val="dk1"/>
              </a:buClr>
              <a:buSzPts val="933"/>
              <a:buNone/>
              <a:defRPr sz="933"/>
            </a:lvl1pPr>
            <a:lvl2pPr indent="-228600" lvl="1" marL="914400" algn="l">
              <a:lnSpc>
                <a:spcPct val="100000"/>
              </a:lnSpc>
              <a:spcBef>
                <a:spcPts val="160"/>
              </a:spcBef>
              <a:spcAft>
                <a:spcPts val="0"/>
              </a:spcAft>
              <a:buClr>
                <a:schemeClr val="dk1"/>
              </a:buClr>
              <a:buSzPts val="800"/>
              <a:buNone/>
              <a:defRPr sz="800"/>
            </a:lvl2pPr>
            <a:lvl3pPr indent="-228600" lvl="2" marL="1371600" algn="l">
              <a:lnSpc>
                <a:spcPct val="100000"/>
              </a:lnSpc>
              <a:spcBef>
                <a:spcPts val="133"/>
              </a:spcBef>
              <a:spcAft>
                <a:spcPts val="0"/>
              </a:spcAft>
              <a:buClr>
                <a:schemeClr val="dk1"/>
              </a:buClr>
              <a:buSzPts val="667"/>
              <a:buNone/>
              <a:defRPr sz="667"/>
            </a:lvl3pPr>
            <a:lvl4pPr indent="-228600" lvl="3" marL="1828800" algn="l">
              <a:lnSpc>
                <a:spcPct val="100000"/>
              </a:lnSpc>
              <a:spcBef>
                <a:spcPts val="120"/>
              </a:spcBef>
              <a:spcAft>
                <a:spcPts val="0"/>
              </a:spcAft>
              <a:buClr>
                <a:schemeClr val="dk1"/>
              </a:buClr>
              <a:buSzPts val="600"/>
              <a:buNone/>
              <a:defRPr sz="600"/>
            </a:lvl4pPr>
            <a:lvl5pPr indent="-228600" lvl="4" marL="2286000" algn="l">
              <a:lnSpc>
                <a:spcPct val="100000"/>
              </a:lnSpc>
              <a:spcBef>
                <a:spcPts val="120"/>
              </a:spcBef>
              <a:spcAft>
                <a:spcPts val="0"/>
              </a:spcAft>
              <a:buClr>
                <a:schemeClr val="dk1"/>
              </a:buClr>
              <a:buSzPts val="600"/>
              <a:buNone/>
              <a:defRPr sz="600"/>
            </a:lvl5pPr>
            <a:lvl6pPr indent="-228600" lvl="5" marL="2743200" algn="l">
              <a:lnSpc>
                <a:spcPct val="100000"/>
              </a:lnSpc>
              <a:spcBef>
                <a:spcPts val="120"/>
              </a:spcBef>
              <a:spcAft>
                <a:spcPts val="0"/>
              </a:spcAft>
              <a:buClr>
                <a:schemeClr val="dk1"/>
              </a:buClr>
              <a:buSzPts val="600"/>
              <a:buNone/>
              <a:defRPr sz="600"/>
            </a:lvl6pPr>
            <a:lvl7pPr indent="-228600" lvl="6" marL="3200400" algn="l">
              <a:lnSpc>
                <a:spcPct val="100000"/>
              </a:lnSpc>
              <a:spcBef>
                <a:spcPts val="120"/>
              </a:spcBef>
              <a:spcAft>
                <a:spcPts val="0"/>
              </a:spcAft>
              <a:buClr>
                <a:schemeClr val="dk1"/>
              </a:buClr>
              <a:buSzPts val="600"/>
              <a:buNone/>
              <a:defRPr sz="600"/>
            </a:lvl7pPr>
            <a:lvl8pPr indent="-228600" lvl="7" marL="3657600" algn="l">
              <a:lnSpc>
                <a:spcPct val="100000"/>
              </a:lnSpc>
              <a:spcBef>
                <a:spcPts val="120"/>
              </a:spcBef>
              <a:spcAft>
                <a:spcPts val="0"/>
              </a:spcAft>
              <a:buClr>
                <a:schemeClr val="dk1"/>
              </a:buClr>
              <a:buSzPts val="600"/>
              <a:buNone/>
              <a:defRPr sz="600"/>
            </a:lvl8pPr>
            <a:lvl9pPr indent="-228600" lvl="8" marL="4114800" algn="l">
              <a:lnSpc>
                <a:spcPct val="100000"/>
              </a:lnSpc>
              <a:spcBef>
                <a:spcPts val="120"/>
              </a:spcBef>
              <a:spcAft>
                <a:spcPts val="0"/>
              </a:spcAft>
              <a:buClr>
                <a:schemeClr val="dk1"/>
              </a:buClr>
              <a:buSzPts val="600"/>
              <a:buNone/>
              <a:defRPr sz="600"/>
            </a:lvl9pPr>
          </a:lstStyle>
          <a:p/>
        </p:txBody>
      </p:sp>
      <p:sp>
        <p:nvSpPr>
          <p:cNvPr id="58" name="Google Shape;58;p42"/>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2"/>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2"/>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3"/>
          <p:cNvSpPr txBox="1"/>
          <p:nvPr>
            <p:ph type="title"/>
          </p:nvPr>
        </p:nvSpPr>
        <p:spPr>
          <a:xfrm>
            <a:off x="1194859" y="3200400"/>
            <a:ext cx="3657600" cy="37782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333"/>
              <a:buFont typeface="Calibri"/>
              <a:buNone/>
              <a:defRPr b="1" sz="1333"/>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3"/>
          <p:cNvSpPr/>
          <p:nvPr>
            <p:ph idx="2" type="pic"/>
          </p:nvPr>
        </p:nvSpPr>
        <p:spPr>
          <a:xfrm>
            <a:off x="1194859" y="408517"/>
            <a:ext cx="3657600" cy="2743200"/>
          </a:xfrm>
          <a:prstGeom prst="rect">
            <a:avLst/>
          </a:prstGeom>
          <a:noFill/>
          <a:ln>
            <a:noFill/>
          </a:ln>
        </p:spPr>
      </p:sp>
      <p:sp>
        <p:nvSpPr>
          <p:cNvPr id="64" name="Google Shape;64;p43"/>
          <p:cNvSpPr txBox="1"/>
          <p:nvPr>
            <p:ph idx="1" type="body"/>
          </p:nvPr>
        </p:nvSpPr>
        <p:spPr>
          <a:xfrm>
            <a:off x="1194859" y="3578225"/>
            <a:ext cx="3657600" cy="53657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87"/>
              </a:spcBef>
              <a:spcAft>
                <a:spcPts val="0"/>
              </a:spcAft>
              <a:buClr>
                <a:schemeClr val="dk1"/>
              </a:buClr>
              <a:buSzPts val="933"/>
              <a:buNone/>
              <a:defRPr sz="933"/>
            </a:lvl1pPr>
            <a:lvl2pPr indent="-228600" lvl="1" marL="914400" algn="l">
              <a:lnSpc>
                <a:spcPct val="100000"/>
              </a:lnSpc>
              <a:spcBef>
                <a:spcPts val="160"/>
              </a:spcBef>
              <a:spcAft>
                <a:spcPts val="0"/>
              </a:spcAft>
              <a:buClr>
                <a:schemeClr val="dk1"/>
              </a:buClr>
              <a:buSzPts val="800"/>
              <a:buNone/>
              <a:defRPr sz="800"/>
            </a:lvl2pPr>
            <a:lvl3pPr indent="-228600" lvl="2" marL="1371600" algn="l">
              <a:lnSpc>
                <a:spcPct val="100000"/>
              </a:lnSpc>
              <a:spcBef>
                <a:spcPts val="133"/>
              </a:spcBef>
              <a:spcAft>
                <a:spcPts val="0"/>
              </a:spcAft>
              <a:buClr>
                <a:schemeClr val="dk1"/>
              </a:buClr>
              <a:buSzPts val="667"/>
              <a:buNone/>
              <a:defRPr sz="667"/>
            </a:lvl3pPr>
            <a:lvl4pPr indent="-228600" lvl="3" marL="1828800" algn="l">
              <a:lnSpc>
                <a:spcPct val="100000"/>
              </a:lnSpc>
              <a:spcBef>
                <a:spcPts val="120"/>
              </a:spcBef>
              <a:spcAft>
                <a:spcPts val="0"/>
              </a:spcAft>
              <a:buClr>
                <a:schemeClr val="dk1"/>
              </a:buClr>
              <a:buSzPts val="600"/>
              <a:buNone/>
              <a:defRPr sz="600"/>
            </a:lvl4pPr>
            <a:lvl5pPr indent="-228600" lvl="4" marL="2286000" algn="l">
              <a:lnSpc>
                <a:spcPct val="100000"/>
              </a:lnSpc>
              <a:spcBef>
                <a:spcPts val="120"/>
              </a:spcBef>
              <a:spcAft>
                <a:spcPts val="0"/>
              </a:spcAft>
              <a:buClr>
                <a:schemeClr val="dk1"/>
              </a:buClr>
              <a:buSzPts val="600"/>
              <a:buNone/>
              <a:defRPr sz="600"/>
            </a:lvl5pPr>
            <a:lvl6pPr indent="-228600" lvl="5" marL="2743200" algn="l">
              <a:lnSpc>
                <a:spcPct val="100000"/>
              </a:lnSpc>
              <a:spcBef>
                <a:spcPts val="120"/>
              </a:spcBef>
              <a:spcAft>
                <a:spcPts val="0"/>
              </a:spcAft>
              <a:buClr>
                <a:schemeClr val="dk1"/>
              </a:buClr>
              <a:buSzPts val="600"/>
              <a:buNone/>
              <a:defRPr sz="600"/>
            </a:lvl6pPr>
            <a:lvl7pPr indent="-228600" lvl="6" marL="3200400" algn="l">
              <a:lnSpc>
                <a:spcPct val="100000"/>
              </a:lnSpc>
              <a:spcBef>
                <a:spcPts val="120"/>
              </a:spcBef>
              <a:spcAft>
                <a:spcPts val="0"/>
              </a:spcAft>
              <a:buClr>
                <a:schemeClr val="dk1"/>
              </a:buClr>
              <a:buSzPts val="600"/>
              <a:buNone/>
              <a:defRPr sz="600"/>
            </a:lvl7pPr>
            <a:lvl8pPr indent="-228600" lvl="7" marL="3657600" algn="l">
              <a:lnSpc>
                <a:spcPct val="100000"/>
              </a:lnSpc>
              <a:spcBef>
                <a:spcPts val="120"/>
              </a:spcBef>
              <a:spcAft>
                <a:spcPts val="0"/>
              </a:spcAft>
              <a:buClr>
                <a:schemeClr val="dk1"/>
              </a:buClr>
              <a:buSzPts val="600"/>
              <a:buNone/>
              <a:defRPr sz="600"/>
            </a:lvl8pPr>
            <a:lvl9pPr indent="-228600" lvl="8" marL="4114800" algn="l">
              <a:lnSpc>
                <a:spcPct val="100000"/>
              </a:lnSpc>
              <a:spcBef>
                <a:spcPts val="120"/>
              </a:spcBef>
              <a:spcAft>
                <a:spcPts val="0"/>
              </a:spcAft>
              <a:buClr>
                <a:schemeClr val="dk1"/>
              </a:buClr>
              <a:buSzPts val="600"/>
              <a:buNone/>
              <a:defRPr sz="600"/>
            </a:lvl9pPr>
          </a:lstStyle>
          <a:p/>
        </p:txBody>
      </p:sp>
      <p:sp>
        <p:nvSpPr>
          <p:cNvPr id="65" name="Google Shape;65;p43"/>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3"/>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3"/>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4"/>
          <p:cNvSpPr txBox="1"/>
          <p:nvPr>
            <p:ph type="title"/>
          </p:nvPr>
        </p:nvSpPr>
        <p:spPr>
          <a:xfrm>
            <a:off x="304800" y="183092"/>
            <a:ext cx="5486400" cy="762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4"/>
          <p:cNvSpPr txBox="1"/>
          <p:nvPr>
            <p:ph idx="1" type="body"/>
          </p:nvPr>
        </p:nvSpPr>
        <p:spPr>
          <a:xfrm rot="5400000">
            <a:off x="1539346" y="-167746"/>
            <a:ext cx="3017309" cy="5486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44"/>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4"/>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4"/>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5"/>
          <p:cNvSpPr txBox="1"/>
          <p:nvPr>
            <p:ph type="title"/>
          </p:nvPr>
        </p:nvSpPr>
        <p:spPr>
          <a:xfrm rot="5400000">
            <a:off x="3154892" y="1447800"/>
            <a:ext cx="3901017" cy="1371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5"/>
          <p:cNvSpPr txBox="1"/>
          <p:nvPr>
            <p:ph idx="1" type="body"/>
          </p:nvPr>
        </p:nvSpPr>
        <p:spPr>
          <a:xfrm rot="5400000">
            <a:off x="360892" y="127000"/>
            <a:ext cx="3901017" cy="40132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45"/>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5"/>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5"/>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86" name="Shape 86"/>
        <p:cNvGrpSpPr/>
        <p:nvPr/>
      </p:nvGrpSpPr>
      <p:grpSpPr>
        <a:xfrm>
          <a:off x="0" y="0"/>
          <a:ext cx="0" cy="0"/>
          <a:chOff x="0" y="0"/>
          <a:chExt cx="0" cy="0"/>
        </a:xfrm>
      </p:grpSpPr>
      <p:sp>
        <p:nvSpPr>
          <p:cNvPr id="87" name="Google Shape;87;p28"/>
          <p:cNvSpPr txBox="1"/>
          <p:nvPr>
            <p:ph type="ctrTitle"/>
          </p:nvPr>
        </p:nvSpPr>
        <p:spPr>
          <a:xfrm>
            <a:off x="914400" y="2130427"/>
            <a:ext cx="10363200" cy="55399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8"/>
          <p:cNvSpPr txBox="1"/>
          <p:nvPr>
            <p:ph idx="1" type="subTitle"/>
          </p:nvPr>
        </p:nvSpPr>
        <p:spPr>
          <a:xfrm>
            <a:off x="1828800" y="3886200"/>
            <a:ext cx="8534400"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rgbClr val="888888"/>
              </a:buClr>
              <a:buSzPts val="1800"/>
              <a:buFont typeface="Calibri"/>
              <a:buNone/>
              <a:defRPr>
                <a:solidFill>
                  <a:srgbClr val="888888"/>
                </a:solidFill>
              </a:defRPr>
            </a:lvl1pPr>
            <a:lvl2pPr lvl="1" algn="ctr">
              <a:lnSpc>
                <a:spcPct val="100000"/>
              </a:lnSpc>
              <a:spcBef>
                <a:spcPts val="0"/>
              </a:spcBef>
              <a:spcAft>
                <a:spcPts val="0"/>
              </a:spcAft>
              <a:buClr>
                <a:srgbClr val="888888"/>
              </a:buClr>
              <a:buSzPts val="1800"/>
              <a:buFont typeface="Calibri"/>
              <a:buNone/>
              <a:defRPr>
                <a:solidFill>
                  <a:srgbClr val="888888"/>
                </a:solidFill>
              </a:defRPr>
            </a:lvl2pPr>
            <a:lvl3pPr lvl="2" algn="ctr">
              <a:lnSpc>
                <a:spcPct val="100000"/>
              </a:lnSpc>
              <a:spcBef>
                <a:spcPts val="0"/>
              </a:spcBef>
              <a:spcAft>
                <a:spcPts val="0"/>
              </a:spcAft>
              <a:buClr>
                <a:srgbClr val="888888"/>
              </a:buClr>
              <a:buSzPts val="1800"/>
              <a:buFont typeface="Calibri"/>
              <a:buNone/>
              <a:defRPr>
                <a:solidFill>
                  <a:srgbClr val="888888"/>
                </a:solidFill>
              </a:defRPr>
            </a:lvl3pPr>
            <a:lvl4pPr lvl="3" algn="ctr">
              <a:lnSpc>
                <a:spcPct val="100000"/>
              </a:lnSpc>
              <a:spcBef>
                <a:spcPts val="0"/>
              </a:spcBef>
              <a:spcAft>
                <a:spcPts val="0"/>
              </a:spcAft>
              <a:buClr>
                <a:srgbClr val="888888"/>
              </a:buClr>
              <a:buSzPts val="1800"/>
              <a:buFont typeface="Calibri"/>
              <a:buNone/>
              <a:defRPr>
                <a:solidFill>
                  <a:srgbClr val="888888"/>
                </a:solidFill>
              </a:defRPr>
            </a:lvl4pPr>
            <a:lvl5pPr lvl="4" algn="ctr">
              <a:lnSpc>
                <a:spcPct val="100000"/>
              </a:lnSpc>
              <a:spcBef>
                <a:spcPts val="0"/>
              </a:spcBef>
              <a:spcAft>
                <a:spcPts val="0"/>
              </a:spcAft>
              <a:buClr>
                <a:srgbClr val="888888"/>
              </a:buClr>
              <a:buSzPts val="1800"/>
              <a:buFont typeface="Calibri"/>
              <a:buNone/>
              <a:defRPr>
                <a:solidFill>
                  <a:srgbClr val="888888"/>
                </a:solidFill>
              </a:defRPr>
            </a:lvl5pPr>
            <a:lvl6pPr lvl="5" algn="ctr">
              <a:lnSpc>
                <a:spcPct val="100000"/>
              </a:lnSpc>
              <a:spcBef>
                <a:spcPts val="0"/>
              </a:spcBef>
              <a:spcAft>
                <a:spcPts val="0"/>
              </a:spcAft>
              <a:buClr>
                <a:srgbClr val="888888"/>
              </a:buClr>
              <a:buSzPts val="1800"/>
              <a:buFont typeface="Calibri"/>
              <a:buNone/>
              <a:defRPr>
                <a:solidFill>
                  <a:srgbClr val="888888"/>
                </a:solidFill>
              </a:defRPr>
            </a:lvl6pPr>
            <a:lvl7pPr lvl="6" algn="ctr">
              <a:lnSpc>
                <a:spcPct val="100000"/>
              </a:lnSpc>
              <a:spcBef>
                <a:spcPts val="0"/>
              </a:spcBef>
              <a:spcAft>
                <a:spcPts val="0"/>
              </a:spcAft>
              <a:buClr>
                <a:srgbClr val="888888"/>
              </a:buClr>
              <a:buSzPts val="1800"/>
              <a:buFont typeface="Calibri"/>
              <a:buNone/>
              <a:defRPr>
                <a:solidFill>
                  <a:srgbClr val="888888"/>
                </a:solidFill>
              </a:defRPr>
            </a:lvl7pPr>
            <a:lvl8pPr lvl="7" algn="ctr">
              <a:lnSpc>
                <a:spcPct val="100000"/>
              </a:lnSpc>
              <a:spcBef>
                <a:spcPts val="0"/>
              </a:spcBef>
              <a:spcAft>
                <a:spcPts val="0"/>
              </a:spcAft>
              <a:buClr>
                <a:srgbClr val="888888"/>
              </a:buClr>
              <a:buSzPts val="1800"/>
              <a:buFont typeface="Calibri"/>
              <a:buNone/>
              <a:defRPr>
                <a:solidFill>
                  <a:srgbClr val="888888"/>
                </a:solidFill>
              </a:defRPr>
            </a:lvl8pPr>
            <a:lvl9pPr lvl="8" algn="ctr">
              <a:lnSpc>
                <a:spcPct val="100000"/>
              </a:lnSpc>
              <a:spcBef>
                <a:spcPts val="0"/>
              </a:spcBef>
              <a:spcAft>
                <a:spcPts val="0"/>
              </a:spcAft>
              <a:buClr>
                <a:srgbClr val="888888"/>
              </a:buClr>
              <a:buSzPts val="1800"/>
              <a:buFont typeface="Calibri"/>
              <a:buNone/>
              <a:defRPr>
                <a:solidFill>
                  <a:srgbClr val="888888"/>
                </a:solidFill>
              </a:defRPr>
            </a:lvl9pPr>
          </a:lstStyle>
          <a:p/>
        </p:txBody>
      </p:sp>
      <p:sp>
        <p:nvSpPr>
          <p:cNvPr id="89" name="Google Shape;89;p28"/>
          <p:cNvSpPr txBox="1"/>
          <p:nvPr>
            <p:ph idx="10" type="dt"/>
          </p:nvPr>
        </p:nvSpPr>
        <p:spPr>
          <a:xfrm>
            <a:off x="609600" y="6377940"/>
            <a:ext cx="2804160"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8"/>
          <p:cNvSpPr txBox="1"/>
          <p:nvPr>
            <p:ph idx="11" type="ftr"/>
          </p:nvPr>
        </p:nvSpPr>
        <p:spPr>
          <a:xfrm>
            <a:off x="4145280" y="6377940"/>
            <a:ext cx="3901440"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8"/>
          <p:cNvSpPr txBox="1"/>
          <p:nvPr>
            <p:ph idx="12" type="sldNum"/>
          </p:nvPr>
        </p:nvSpPr>
        <p:spPr>
          <a:xfrm>
            <a:off x="8778241" y="6377940"/>
            <a:ext cx="2804160" cy="276999"/>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2" name="Shape 92"/>
        <p:cNvGrpSpPr/>
        <p:nvPr/>
      </p:nvGrpSpPr>
      <p:grpSpPr>
        <a:xfrm>
          <a:off x="0" y="0"/>
          <a:ext cx="0" cy="0"/>
          <a:chOff x="0" y="0"/>
          <a:chExt cx="0" cy="0"/>
        </a:xfrm>
      </p:grpSpPr>
      <p:sp>
        <p:nvSpPr>
          <p:cNvPr id="93" name="Google Shape;93;p29"/>
          <p:cNvSpPr txBox="1"/>
          <p:nvPr>
            <p:ph type="title"/>
          </p:nvPr>
        </p:nvSpPr>
        <p:spPr>
          <a:xfrm>
            <a:off x="143730" y="-37337"/>
            <a:ext cx="5397077" cy="36933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2400">
                <a:solidFill>
                  <a:srgbClr val="001F5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9"/>
          <p:cNvSpPr txBox="1"/>
          <p:nvPr>
            <p:ph idx="1" type="body"/>
          </p:nvPr>
        </p:nvSpPr>
        <p:spPr>
          <a:xfrm>
            <a:off x="7038467" y="2501350"/>
            <a:ext cx="5057563" cy="27699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5" name="Google Shape;95;p29"/>
          <p:cNvSpPr txBox="1"/>
          <p:nvPr>
            <p:ph idx="11" type="ftr"/>
          </p:nvPr>
        </p:nvSpPr>
        <p:spPr>
          <a:xfrm>
            <a:off x="4145280" y="6377940"/>
            <a:ext cx="3901440"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9"/>
          <p:cNvSpPr txBox="1"/>
          <p:nvPr>
            <p:ph idx="10" type="dt"/>
          </p:nvPr>
        </p:nvSpPr>
        <p:spPr>
          <a:xfrm>
            <a:off x="609600" y="6377940"/>
            <a:ext cx="2804160"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9"/>
          <p:cNvSpPr txBox="1"/>
          <p:nvPr>
            <p:ph idx="12" type="sldNum"/>
          </p:nvPr>
        </p:nvSpPr>
        <p:spPr>
          <a:xfrm>
            <a:off x="8778241" y="6377940"/>
            <a:ext cx="2804160" cy="276999"/>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98" name="Shape 98"/>
        <p:cNvGrpSpPr/>
        <p:nvPr/>
      </p:nvGrpSpPr>
      <p:grpSpPr>
        <a:xfrm>
          <a:off x="0" y="0"/>
          <a:ext cx="0" cy="0"/>
          <a:chOff x="0" y="0"/>
          <a:chExt cx="0" cy="0"/>
        </a:xfrm>
      </p:grpSpPr>
      <p:sp>
        <p:nvSpPr>
          <p:cNvPr id="99" name="Google Shape;99;p32"/>
          <p:cNvSpPr/>
          <p:nvPr/>
        </p:nvSpPr>
        <p:spPr>
          <a:xfrm>
            <a:off x="0" y="0"/>
            <a:ext cx="12192000" cy="6858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0F243E">
              <a:alpha val="84313"/>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0" name="Google Shape;100;p32"/>
          <p:cNvPicPr preferRelativeResize="0"/>
          <p:nvPr/>
        </p:nvPicPr>
        <p:blipFill rotWithShape="1">
          <a:blip r:embed="rId2">
            <a:alphaModFix/>
          </a:blip>
          <a:srcRect b="0" l="0" r="0" t="0"/>
          <a:stretch/>
        </p:blipFill>
        <p:spPr>
          <a:xfrm>
            <a:off x="6078559" y="2059347"/>
            <a:ext cx="1031239" cy="1186772"/>
          </a:xfrm>
          <a:prstGeom prst="rect">
            <a:avLst/>
          </a:prstGeom>
          <a:noFill/>
          <a:ln>
            <a:noFill/>
          </a:ln>
        </p:spPr>
      </p:pic>
      <p:pic>
        <p:nvPicPr>
          <p:cNvPr id="101" name="Google Shape;101;p32"/>
          <p:cNvPicPr preferRelativeResize="0"/>
          <p:nvPr/>
        </p:nvPicPr>
        <p:blipFill rotWithShape="1">
          <a:blip r:embed="rId3">
            <a:alphaModFix/>
          </a:blip>
          <a:srcRect b="0" l="0" r="0" t="0"/>
          <a:stretch/>
        </p:blipFill>
        <p:spPr>
          <a:xfrm>
            <a:off x="4600956" y="2042922"/>
            <a:ext cx="1104815" cy="1203198"/>
          </a:xfrm>
          <a:prstGeom prst="rect">
            <a:avLst/>
          </a:prstGeom>
          <a:noFill/>
          <a:ln>
            <a:noFill/>
          </a:ln>
        </p:spPr>
      </p:pic>
      <p:sp>
        <p:nvSpPr>
          <p:cNvPr id="102" name="Google Shape;102;p32"/>
          <p:cNvSpPr txBox="1"/>
          <p:nvPr>
            <p:ph type="title"/>
          </p:nvPr>
        </p:nvSpPr>
        <p:spPr>
          <a:xfrm>
            <a:off x="143730" y="-37337"/>
            <a:ext cx="5397077" cy="36933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2400">
                <a:solidFill>
                  <a:srgbClr val="001F5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2"/>
          <p:cNvSpPr txBox="1"/>
          <p:nvPr>
            <p:ph idx="11" type="ftr"/>
          </p:nvPr>
        </p:nvSpPr>
        <p:spPr>
          <a:xfrm>
            <a:off x="4145280" y="6377940"/>
            <a:ext cx="3901440"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32"/>
          <p:cNvSpPr txBox="1"/>
          <p:nvPr>
            <p:ph idx="10" type="dt"/>
          </p:nvPr>
        </p:nvSpPr>
        <p:spPr>
          <a:xfrm>
            <a:off x="609600" y="6377940"/>
            <a:ext cx="2804160"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2"/>
          <p:cNvSpPr txBox="1"/>
          <p:nvPr>
            <p:ph idx="12" type="sldNum"/>
          </p:nvPr>
        </p:nvSpPr>
        <p:spPr>
          <a:xfrm>
            <a:off x="8778241" y="6377940"/>
            <a:ext cx="2804160" cy="276999"/>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6" name="Shape 106"/>
        <p:cNvGrpSpPr/>
        <p:nvPr/>
      </p:nvGrpSpPr>
      <p:grpSpPr>
        <a:xfrm>
          <a:off x="0" y="0"/>
          <a:ext cx="0" cy="0"/>
          <a:chOff x="0" y="0"/>
          <a:chExt cx="0" cy="0"/>
        </a:xfrm>
      </p:grpSpPr>
      <p:sp>
        <p:nvSpPr>
          <p:cNvPr id="107" name="Google Shape;107;p33"/>
          <p:cNvSpPr txBox="1"/>
          <p:nvPr>
            <p:ph type="ctrTitle"/>
          </p:nvPr>
        </p:nvSpPr>
        <p:spPr>
          <a:xfrm>
            <a:off x="914400" y="2125980"/>
            <a:ext cx="10363200" cy="36933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2400">
                <a:solidFill>
                  <a:srgbClr val="001F5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3"/>
          <p:cNvSpPr txBox="1"/>
          <p:nvPr>
            <p:ph idx="1" type="subTitle"/>
          </p:nvPr>
        </p:nvSpPr>
        <p:spPr>
          <a:xfrm>
            <a:off x="1828800" y="3840480"/>
            <a:ext cx="8534400"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33"/>
          <p:cNvSpPr txBox="1"/>
          <p:nvPr>
            <p:ph idx="11" type="ftr"/>
          </p:nvPr>
        </p:nvSpPr>
        <p:spPr>
          <a:xfrm>
            <a:off x="4145280" y="6377940"/>
            <a:ext cx="3901440"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3"/>
          <p:cNvSpPr txBox="1"/>
          <p:nvPr>
            <p:ph idx="10" type="dt"/>
          </p:nvPr>
        </p:nvSpPr>
        <p:spPr>
          <a:xfrm>
            <a:off x="609600" y="6377940"/>
            <a:ext cx="2804160"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3"/>
          <p:cNvSpPr txBox="1"/>
          <p:nvPr>
            <p:ph idx="12" type="sldNum"/>
          </p:nvPr>
        </p:nvSpPr>
        <p:spPr>
          <a:xfrm>
            <a:off x="8778241" y="6377940"/>
            <a:ext cx="2804160" cy="276999"/>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112" name="Shape 112"/>
        <p:cNvGrpSpPr/>
        <p:nvPr/>
      </p:nvGrpSpPr>
      <p:grpSpPr>
        <a:xfrm>
          <a:off x="0" y="0"/>
          <a:ext cx="0" cy="0"/>
          <a:chOff x="0" y="0"/>
          <a:chExt cx="0" cy="0"/>
        </a:xfrm>
      </p:grpSpPr>
      <p:pic>
        <p:nvPicPr>
          <p:cNvPr id="113" name="Google Shape;113;p34"/>
          <p:cNvPicPr preferRelativeResize="0"/>
          <p:nvPr/>
        </p:nvPicPr>
        <p:blipFill rotWithShape="1">
          <a:blip r:embed="rId2">
            <a:alphaModFix/>
          </a:blip>
          <a:srcRect b="0" l="0" r="0" t="0"/>
          <a:stretch/>
        </p:blipFill>
        <p:spPr>
          <a:xfrm>
            <a:off x="914401" y="5045668"/>
            <a:ext cx="3173391" cy="1536107"/>
          </a:xfrm>
          <a:prstGeom prst="rect">
            <a:avLst/>
          </a:prstGeom>
          <a:noFill/>
          <a:ln>
            <a:noFill/>
          </a:ln>
        </p:spPr>
      </p:pic>
      <p:pic>
        <p:nvPicPr>
          <p:cNvPr id="114" name="Google Shape;114;p34"/>
          <p:cNvPicPr preferRelativeResize="0"/>
          <p:nvPr/>
        </p:nvPicPr>
        <p:blipFill rotWithShape="1">
          <a:blip r:embed="rId3">
            <a:alphaModFix/>
          </a:blip>
          <a:srcRect b="0" l="0" r="0" t="0"/>
          <a:stretch/>
        </p:blipFill>
        <p:spPr>
          <a:xfrm>
            <a:off x="5630245" y="1188417"/>
            <a:ext cx="682011" cy="743003"/>
          </a:xfrm>
          <a:prstGeom prst="rect">
            <a:avLst/>
          </a:prstGeom>
          <a:noFill/>
          <a:ln>
            <a:noFill/>
          </a:ln>
        </p:spPr>
      </p:pic>
      <p:sp>
        <p:nvSpPr>
          <p:cNvPr id="115" name="Google Shape;115;p34"/>
          <p:cNvSpPr/>
          <p:nvPr/>
        </p:nvSpPr>
        <p:spPr>
          <a:xfrm>
            <a:off x="5963158" y="1928706"/>
            <a:ext cx="0" cy="4675293"/>
          </a:xfrm>
          <a:custGeom>
            <a:rect b="b" l="l" r="r" t="t"/>
            <a:pathLst>
              <a:path extrusionOk="0" h="7012940" w="120000">
                <a:moveTo>
                  <a:pt x="0" y="0"/>
                </a:moveTo>
                <a:lnTo>
                  <a:pt x="0" y="7012457"/>
                </a:lnTo>
              </a:path>
            </a:pathLst>
          </a:custGeom>
          <a:noFill/>
          <a:ln cap="flat" cmpd="sng" w="38100">
            <a:solidFill>
              <a:srgbClr val="001F5F"/>
            </a:solidFill>
            <a:prstDash val="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16" name="Google Shape;116;p34"/>
          <p:cNvPicPr preferRelativeResize="0"/>
          <p:nvPr/>
        </p:nvPicPr>
        <p:blipFill rotWithShape="1">
          <a:blip r:embed="rId4">
            <a:alphaModFix/>
          </a:blip>
          <a:srcRect b="0" l="0" r="0" t="0"/>
          <a:stretch/>
        </p:blipFill>
        <p:spPr>
          <a:xfrm>
            <a:off x="173039" y="793799"/>
            <a:ext cx="768051" cy="218628"/>
          </a:xfrm>
          <a:prstGeom prst="rect">
            <a:avLst/>
          </a:prstGeom>
          <a:noFill/>
          <a:ln>
            <a:noFill/>
          </a:ln>
        </p:spPr>
      </p:pic>
      <p:pic>
        <p:nvPicPr>
          <p:cNvPr id="117" name="Google Shape;117;p34"/>
          <p:cNvPicPr preferRelativeResize="0"/>
          <p:nvPr/>
        </p:nvPicPr>
        <p:blipFill rotWithShape="1">
          <a:blip r:embed="rId5">
            <a:alphaModFix/>
          </a:blip>
          <a:srcRect b="0" l="0" r="0" t="0"/>
          <a:stretch/>
        </p:blipFill>
        <p:spPr>
          <a:xfrm>
            <a:off x="806705" y="605536"/>
            <a:ext cx="551179" cy="671067"/>
          </a:xfrm>
          <a:prstGeom prst="rect">
            <a:avLst/>
          </a:prstGeom>
          <a:noFill/>
          <a:ln>
            <a:noFill/>
          </a:ln>
        </p:spPr>
      </p:pic>
      <p:pic>
        <p:nvPicPr>
          <p:cNvPr id="118" name="Google Shape;118;p34"/>
          <p:cNvPicPr preferRelativeResize="0"/>
          <p:nvPr/>
        </p:nvPicPr>
        <p:blipFill rotWithShape="1">
          <a:blip r:embed="rId6">
            <a:alphaModFix/>
          </a:blip>
          <a:srcRect b="0" l="0" r="0" t="0"/>
          <a:stretch/>
        </p:blipFill>
        <p:spPr>
          <a:xfrm>
            <a:off x="961136" y="605536"/>
            <a:ext cx="478027" cy="671067"/>
          </a:xfrm>
          <a:prstGeom prst="rect">
            <a:avLst/>
          </a:prstGeom>
          <a:noFill/>
          <a:ln>
            <a:noFill/>
          </a:ln>
        </p:spPr>
      </p:pic>
      <p:pic>
        <p:nvPicPr>
          <p:cNvPr id="119" name="Google Shape;119;p34"/>
          <p:cNvPicPr preferRelativeResize="0"/>
          <p:nvPr/>
        </p:nvPicPr>
        <p:blipFill rotWithShape="1">
          <a:blip r:embed="rId7">
            <a:alphaModFix/>
          </a:blip>
          <a:srcRect b="0" l="0" r="0" t="0"/>
          <a:stretch/>
        </p:blipFill>
        <p:spPr>
          <a:xfrm>
            <a:off x="1042415" y="605536"/>
            <a:ext cx="705612" cy="671067"/>
          </a:xfrm>
          <a:prstGeom prst="rect">
            <a:avLst/>
          </a:prstGeom>
          <a:noFill/>
          <a:ln>
            <a:noFill/>
          </a:ln>
        </p:spPr>
      </p:pic>
      <p:pic>
        <p:nvPicPr>
          <p:cNvPr id="120" name="Google Shape;120;p34"/>
          <p:cNvPicPr preferRelativeResize="0"/>
          <p:nvPr/>
        </p:nvPicPr>
        <p:blipFill rotWithShape="1">
          <a:blip r:embed="rId6">
            <a:alphaModFix/>
          </a:blip>
          <a:srcRect b="0" l="0" r="0" t="0"/>
          <a:stretch/>
        </p:blipFill>
        <p:spPr>
          <a:xfrm>
            <a:off x="1351279" y="605536"/>
            <a:ext cx="478028" cy="671067"/>
          </a:xfrm>
          <a:prstGeom prst="rect">
            <a:avLst/>
          </a:prstGeom>
          <a:noFill/>
          <a:ln>
            <a:noFill/>
          </a:ln>
        </p:spPr>
      </p:pic>
      <p:pic>
        <p:nvPicPr>
          <p:cNvPr id="121" name="Google Shape;121;p34"/>
          <p:cNvPicPr preferRelativeResize="0"/>
          <p:nvPr/>
        </p:nvPicPr>
        <p:blipFill rotWithShape="1">
          <a:blip r:embed="rId8">
            <a:alphaModFix/>
          </a:blip>
          <a:srcRect b="0" l="0" r="0" t="0"/>
          <a:stretch/>
        </p:blipFill>
        <p:spPr>
          <a:xfrm>
            <a:off x="1432561" y="605536"/>
            <a:ext cx="551179" cy="671067"/>
          </a:xfrm>
          <a:prstGeom prst="rect">
            <a:avLst/>
          </a:prstGeom>
          <a:noFill/>
          <a:ln>
            <a:noFill/>
          </a:ln>
        </p:spPr>
      </p:pic>
      <p:pic>
        <p:nvPicPr>
          <p:cNvPr id="122" name="Google Shape;122;p34"/>
          <p:cNvPicPr preferRelativeResize="0"/>
          <p:nvPr/>
        </p:nvPicPr>
        <p:blipFill rotWithShape="1">
          <a:blip r:embed="rId9">
            <a:alphaModFix/>
          </a:blip>
          <a:srcRect b="0" l="0" r="0" t="0"/>
          <a:stretch/>
        </p:blipFill>
        <p:spPr>
          <a:xfrm>
            <a:off x="1657096" y="605536"/>
            <a:ext cx="829563" cy="671067"/>
          </a:xfrm>
          <a:prstGeom prst="rect">
            <a:avLst/>
          </a:prstGeom>
          <a:noFill/>
          <a:ln>
            <a:noFill/>
          </a:ln>
        </p:spPr>
      </p:pic>
      <p:pic>
        <p:nvPicPr>
          <p:cNvPr id="123" name="Google Shape;123;p34"/>
          <p:cNvPicPr preferRelativeResize="0"/>
          <p:nvPr/>
        </p:nvPicPr>
        <p:blipFill rotWithShape="1">
          <a:blip r:embed="rId10">
            <a:alphaModFix/>
          </a:blip>
          <a:srcRect b="0" l="0" r="0" t="0"/>
          <a:stretch/>
        </p:blipFill>
        <p:spPr>
          <a:xfrm>
            <a:off x="2158999" y="605536"/>
            <a:ext cx="705612" cy="671067"/>
          </a:xfrm>
          <a:prstGeom prst="rect">
            <a:avLst/>
          </a:prstGeom>
          <a:noFill/>
          <a:ln>
            <a:noFill/>
          </a:ln>
        </p:spPr>
      </p:pic>
      <p:pic>
        <p:nvPicPr>
          <p:cNvPr id="124" name="Google Shape;124;p34"/>
          <p:cNvPicPr preferRelativeResize="0"/>
          <p:nvPr/>
        </p:nvPicPr>
        <p:blipFill rotWithShape="1">
          <a:blip r:embed="rId11">
            <a:alphaModFix/>
          </a:blip>
          <a:srcRect b="0" l="0" r="0" t="0"/>
          <a:stretch/>
        </p:blipFill>
        <p:spPr>
          <a:xfrm>
            <a:off x="2536953" y="605536"/>
            <a:ext cx="1300987" cy="671067"/>
          </a:xfrm>
          <a:prstGeom prst="rect">
            <a:avLst/>
          </a:prstGeom>
          <a:noFill/>
          <a:ln>
            <a:noFill/>
          </a:ln>
        </p:spPr>
      </p:pic>
      <p:pic>
        <p:nvPicPr>
          <p:cNvPr id="125" name="Google Shape;125;p34"/>
          <p:cNvPicPr preferRelativeResize="0"/>
          <p:nvPr/>
        </p:nvPicPr>
        <p:blipFill rotWithShape="1">
          <a:blip r:embed="rId12">
            <a:alphaModFix/>
          </a:blip>
          <a:srcRect b="0" l="0" r="0" t="0"/>
          <a:stretch/>
        </p:blipFill>
        <p:spPr>
          <a:xfrm>
            <a:off x="3511296" y="605536"/>
            <a:ext cx="1014475" cy="671067"/>
          </a:xfrm>
          <a:prstGeom prst="rect">
            <a:avLst/>
          </a:prstGeom>
          <a:noFill/>
          <a:ln>
            <a:noFill/>
          </a:ln>
        </p:spPr>
      </p:pic>
      <p:pic>
        <p:nvPicPr>
          <p:cNvPr id="126" name="Google Shape;126;p34"/>
          <p:cNvPicPr preferRelativeResize="0"/>
          <p:nvPr/>
        </p:nvPicPr>
        <p:blipFill rotWithShape="1">
          <a:blip r:embed="rId13">
            <a:alphaModFix/>
          </a:blip>
          <a:srcRect b="0" l="0" r="0" t="0"/>
          <a:stretch/>
        </p:blipFill>
        <p:spPr>
          <a:xfrm>
            <a:off x="30479" y="985519"/>
            <a:ext cx="1320292" cy="468884"/>
          </a:xfrm>
          <a:prstGeom prst="rect">
            <a:avLst/>
          </a:prstGeom>
          <a:noFill/>
          <a:ln>
            <a:noFill/>
          </a:ln>
        </p:spPr>
      </p:pic>
      <p:pic>
        <p:nvPicPr>
          <p:cNvPr id="127" name="Google Shape;127;p34"/>
          <p:cNvPicPr preferRelativeResize="0"/>
          <p:nvPr/>
        </p:nvPicPr>
        <p:blipFill rotWithShape="1">
          <a:blip r:embed="rId14">
            <a:alphaModFix/>
          </a:blip>
          <a:srcRect b="0" l="0" r="0" t="0"/>
          <a:stretch/>
        </p:blipFill>
        <p:spPr>
          <a:xfrm>
            <a:off x="1253743" y="985519"/>
            <a:ext cx="919988" cy="468884"/>
          </a:xfrm>
          <a:prstGeom prst="rect">
            <a:avLst/>
          </a:prstGeom>
          <a:noFill/>
          <a:ln>
            <a:noFill/>
          </a:ln>
        </p:spPr>
      </p:pic>
      <p:pic>
        <p:nvPicPr>
          <p:cNvPr id="128" name="Google Shape;128;p34"/>
          <p:cNvPicPr preferRelativeResize="0"/>
          <p:nvPr/>
        </p:nvPicPr>
        <p:blipFill rotWithShape="1">
          <a:blip r:embed="rId15">
            <a:alphaModFix/>
          </a:blip>
          <a:srcRect b="0" l="0" r="0" t="0"/>
          <a:stretch/>
        </p:blipFill>
        <p:spPr>
          <a:xfrm>
            <a:off x="2076704" y="985519"/>
            <a:ext cx="903731" cy="468884"/>
          </a:xfrm>
          <a:prstGeom prst="rect">
            <a:avLst/>
          </a:prstGeom>
          <a:noFill/>
          <a:ln>
            <a:noFill/>
          </a:ln>
        </p:spPr>
      </p:pic>
      <p:pic>
        <p:nvPicPr>
          <p:cNvPr id="129" name="Google Shape;129;p34"/>
          <p:cNvPicPr preferRelativeResize="0"/>
          <p:nvPr/>
        </p:nvPicPr>
        <p:blipFill rotWithShape="1">
          <a:blip r:embed="rId16">
            <a:alphaModFix/>
          </a:blip>
          <a:srcRect b="0" l="0" r="0" t="0"/>
          <a:stretch/>
        </p:blipFill>
        <p:spPr>
          <a:xfrm>
            <a:off x="2884424" y="985519"/>
            <a:ext cx="1287779" cy="468884"/>
          </a:xfrm>
          <a:prstGeom prst="rect">
            <a:avLst/>
          </a:prstGeom>
          <a:noFill/>
          <a:ln>
            <a:noFill/>
          </a:ln>
        </p:spPr>
      </p:pic>
      <p:pic>
        <p:nvPicPr>
          <p:cNvPr id="130" name="Google Shape;130;p34"/>
          <p:cNvPicPr preferRelativeResize="0"/>
          <p:nvPr/>
        </p:nvPicPr>
        <p:blipFill rotWithShape="1">
          <a:blip r:embed="rId17">
            <a:alphaModFix/>
          </a:blip>
          <a:srcRect b="0" l="0" r="0" t="0"/>
          <a:stretch/>
        </p:blipFill>
        <p:spPr>
          <a:xfrm>
            <a:off x="4075176" y="985519"/>
            <a:ext cx="919988" cy="468884"/>
          </a:xfrm>
          <a:prstGeom prst="rect">
            <a:avLst/>
          </a:prstGeom>
          <a:noFill/>
          <a:ln>
            <a:noFill/>
          </a:ln>
        </p:spPr>
      </p:pic>
      <p:pic>
        <p:nvPicPr>
          <p:cNvPr id="131" name="Google Shape;131;p34"/>
          <p:cNvPicPr preferRelativeResize="0"/>
          <p:nvPr/>
        </p:nvPicPr>
        <p:blipFill rotWithShape="1">
          <a:blip r:embed="rId18">
            <a:alphaModFix/>
          </a:blip>
          <a:srcRect b="0" l="0" r="0" t="0"/>
          <a:stretch/>
        </p:blipFill>
        <p:spPr>
          <a:xfrm>
            <a:off x="4899151" y="985519"/>
            <a:ext cx="773684" cy="468884"/>
          </a:xfrm>
          <a:prstGeom prst="rect">
            <a:avLst/>
          </a:prstGeom>
          <a:noFill/>
          <a:ln>
            <a:noFill/>
          </a:ln>
        </p:spPr>
      </p:pic>
      <p:sp>
        <p:nvSpPr>
          <p:cNvPr id="132" name="Google Shape;132;p34"/>
          <p:cNvSpPr txBox="1"/>
          <p:nvPr>
            <p:ph type="title"/>
          </p:nvPr>
        </p:nvSpPr>
        <p:spPr>
          <a:xfrm>
            <a:off x="143730" y="-37337"/>
            <a:ext cx="5397077" cy="36933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2400">
                <a:solidFill>
                  <a:srgbClr val="001F5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34"/>
          <p:cNvSpPr txBox="1"/>
          <p:nvPr>
            <p:ph idx="1" type="body"/>
          </p:nvPr>
        </p:nvSpPr>
        <p:spPr>
          <a:xfrm>
            <a:off x="609600" y="1577340"/>
            <a:ext cx="5303520" cy="27699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4" name="Google Shape;134;p34"/>
          <p:cNvSpPr txBox="1"/>
          <p:nvPr>
            <p:ph idx="2" type="body"/>
          </p:nvPr>
        </p:nvSpPr>
        <p:spPr>
          <a:xfrm>
            <a:off x="6278880" y="1577340"/>
            <a:ext cx="5303520" cy="27699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5" name="Google Shape;135;p34"/>
          <p:cNvSpPr txBox="1"/>
          <p:nvPr>
            <p:ph idx="11" type="ftr"/>
          </p:nvPr>
        </p:nvSpPr>
        <p:spPr>
          <a:xfrm>
            <a:off x="4145280" y="6377940"/>
            <a:ext cx="3901440"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34"/>
          <p:cNvSpPr txBox="1"/>
          <p:nvPr>
            <p:ph idx="10" type="dt"/>
          </p:nvPr>
        </p:nvSpPr>
        <p:spPr>
          <a:xfrm>
            <a:off x="609600" y="6377940"/>
            <a:ext cx="2804160"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34"/>
          <p:cNvSpPr txBox="1"/>
          <p:nvPr>
            <p:ph idx="12" type="sldNum"/>
          </p:nvPr>
        </p:nvSpPr>
        <p:spPr>
          <a:xfrm>
            <a:off x="8778241" y="6377940"/>
            <a:ext cx="2804160" cy="276999"/>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138" name="Shape 138"/>
        <p:cNvGrpSpPr/>
        <p:nvPr/>
      </p:nvGrpSpPr>
      <p:grpSpPr>
        <a:xfrm>
          <a:off x="0" y="0"/>
          <a:ext cx="0" cy="0"/>
          <a:chOff x="0" y="0"/>
          <a:chExt cx="0" cy="0"/>
        </a:xfrm>
      </p:grpSpPr>
      <p:pic>
        <p:nvPicPr>
          <p:cNvPr id="139" name="Google Shape;139;p35"/>
          <p:cNvPicPr preferRelativeResize="0"/>
          <p:nvPr/>
        </p:nvPicPr>
        <p:blipFill rotWithShape="1">
          <a:blip r:embed="rId2">
            <a:alphaModFix/>
          </a:blip>
          <a:srcRect b="0" l="0" r="0" t="0"/>
          <a:stretch/>
        </p:blipFill>
        <p:spPr>
          <a:xfrm>
            <a:off x="0" y="0"/>
            <a:ext cx="12180570" cy="6858000"/>
          </a:xfrm>
          <a:prstGeom prst="rect">
            <a:avLst/>
          </a:prstGeom>
          <a:noFill/>
          <a:ln>
            <a:noFill/>
          </a:ln>
        </p:spPr>
      </p:pic>
      <p:sp>
        <p:nvSpPr>
          <p:cNvPr id="140" name="Google Shape;140;p35"/>
          <p:cNvSpPr/>
          <p:nvPr/>
        </p:nvSpPr>
        <p:spPr>
          <a:xfrm>
            <a:off x="2084323" y="5657680"/>
            <a:ext cx="10107929" cy="1200573"/>
          </a:xfrm>
          <a:custGeom>
            <a:rect b="b" l="l" r="r" t="t"/>
            <a:pathLst>
              <a:path extrusionOk="0" h="1800859" w="15161894">
                <a:moveTo>
                  <a:pt x="15161514" y="0"/>
                </a:moveTo>
                <a:lnTo>
                  <a:pt x="300101" y="0"/>
                </a:lnTo>
                <a:lnTo>
                  <a:pt x="251424" y="3927"/>
                </a:lnTo>
                <a:lnTo>
                  <a:pt x="205248" y="15299"/>
                </a:lnTo>
                <a:lnTo>
                  <a:pt x="162190" y="33497"/>
                </a:lnTo>
                <a:lnTo>
                  <a:pt x="122867" y="57903"/>
                </a:lnTo>
                <a:lnTo>
                  <a:pt x="87899" y="87899"/>
                </a:lnTo>
                <a:lnTo>
                  <a:pt x="57903" y="122867"/>
                </a:lnTo>
                <a:lnTo>
                  <a:pt x="33497" y="162190"/>
                </a:lnTo>
                <a:lnTo>
                  <a:pt x="15299" y="205248"/>
                </a:lnTo>
                <a:lnTo>
                  <a:pt x="3927" y="251424"/>
                </a:lnTo>
                <a:lnTo>
                  <a:pt x="0" y="300100"/>
                </a:lnTo>
                <a:lnTo>
                  <a:pt x="0" y="1500377"/>
                </a:lnTo>
                <a:lnTo>
                  <a:pt x="3927" y="1549057"/>
                </a:lnTo>
                <a:lnTo>
                  <a:pt x="15299" y="1595235"/>
                </a:lnTo>
                <a:lnTo>
                  <a:pt x="33497" y="1638294"/>
                </a:lnTo>
                <a:lnTo>
                  <a:pt x="57903" y="1677616"/>
                </a:lnTo>
                <a:lnTo>
                  <a:pt x="87899" y="1712583"/>
                </a:lnTo>
                <a:lnTo>
                  <a:pt x="122867" y="1742578"/>
                </a:lnTo>
                <a:lnTo>
                  <a:pt x="162190" y="1766983"/>
                </a:lnTo>
                <a:lnTo>
                  <a:pt x="205248" y="1785180"/>
                </a:lnTo>
                <a:lnTo>
                  <a:pt x="251424" y="1796551"/>
                </a:lnTo>
                <a:lnTo>
                  <a:pt x="300101" y="1800478"/>
                </a:lnTo>
                <a:lnTo>
                  <a:pt x="15161514" y="1800478"/>
                </a:lnTo>
                <a:lnTo>
                  <a:pt x="15161514" y="0"/>
                </a:lnTo>
                <a:close/>
              </a:path>
            </a:pathLst>
          </a:custGeom>
          <a:solidFill>
            <a:srgbClr val="10243E">
              <a:alpha val="79215"/>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 name="Google Shape;141;p35"/>
          <p:cNvSpPr txBox="1"/>
          <p:nvPr>
            <p:ph idx="11" type="ftr"/>
          </p:nvPr>
        </p:nvSpPr>
        <p:spPr>
          <a:xfrm>
            <a:off x="4145280" y="6377940"/>
            <a:ext cx="3901440"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35"/>
          <p:cNvSpPr txBox="1"/>
          <p:nvPr>
            <p:ph idx="10" type="dt"/>
          </p:nvPr>
        </p:nvSpPr>
        <p:spPr>
          <a:xfrm>
            <a:off x="609600" y="6377940"/>
            <a:ext cx="2804160" cy="27699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35"/>
          <p:cNvSpPr txBox="1"/>
          <p:nvPr>
            <p:ph idx="12" type="sldNum"/>
          </p:nvPr>
        </p:nvSpPr>
        <p:spPr>
          <a:xfrm>
            <a:off x="8778241" y="6377940"/>
            <a:ext cx="2804160" cy="276999"/>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0" name="Shape 150"/>
        <p:cNvGrpSpPr/>
        <p:nvPr/>
      </p:nvGrpSpPr>
      <p:grpSpPr>
        <a:xfrm>
          <a:off x="0" y="0"/>
          <a:ext cx="0" cy="0"/>
          <a:chOff x="0" y="0"/>
          <a:chExt cx="0" cy="0"/>
        </a:xfrm>
      </p:grpSpPr>
      <p:sp>
        <p:nvSpPr>
          <p:cNvPr id="151" name="Google Shape;151;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6" name="Shape 156"/>
        <p:cNvGrpSpPr/>
        <p:nvPr/>
      </p:nvGrpSpPr>
      <p:grpSpPr>
        <a:xfrm>
          <a:off x="0" y="0"/>
          <a:ext cx="0" cy="0"/>
          <a:chOff x="0" y="0"/>
          <a:chExt cx="0" cy="0"/>
        </a:xfrm>
      </p:grpSpPr>
      <p:sp>
        <p:nvSpPr>
          <p:cNvPr id="157" name="Google Shape;157;p4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4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9" name="Google Shape;159;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2" name="Shape 162"/>
        <p:cNvGrpSpPr/>
        <p:nvPr/>
      </p:nvGrpSpPr>
      <p:grpSpPr>
        <a:xfrm>
          <a:off x="0" y="0"/>
          <a:ext cx="0" cy="0"/>
          <a:chOff x="0" y="0"/>
          <a:chExt cx="0" cy="0"/>
        </a:xfrm>
      </p:grpSpPr>
      <p:sp>
        <p:nvSpPr>
          <p:cNvPr id="163" name="Google Shape;163;p4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4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65" name="Google Shape;165;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8" name="Shape 168"/>
        <p:cNvGrpSpPr/>
        <p:nvPr/>
      </p:nvGrpSpPr>
      <p:grpSpPr>
        <a:xfrm>
          <a:off x="0" y="0"/>
          <a:ext cx="0" cy="0"/>
          <a:chOff x="0" y="0"/>
          <a:chExt cx="0" cy="0"/>
        </a:xfrm>
      </p:grpSpPr>
      <p:sp>
        <p:nvSpPr>
          <p:cNvPr id="169" name="Google Shape;169;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4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4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5" name="Shape 175"/>
        <p:cNvGrpSpPr/>
        <p:nvPr/>
      </p:nvGrpSpPr>
      <p:grpSpPr>
        <a:xfrm>
          <a:off x="0" y="0"/>
          <a:ext cx="0" cy="0"/>
          <a:chOff x="0" y="0"/>
          <a:chExt cx="0" cy="0"/>
        </a:xfrm>
      </p:grpSpPr>
      <p:sp>
        <p:nvSpPr>
          <p:cNvPr id="176" name="Google Shape;176;p4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4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8" name="Google Shape;178;p4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 name="Google Shape;179;p4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0" name="Google Shape;180;p4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6" name="Google Shape;186;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9" name="Shape 189"/>
        <p:cNvGrpSpPr/>
        <p:nvPr/>
      </p:nvGrpSpPr>
      <p:grpSpPr>
        <a:xfrm>
          <a:off x="0" y="0"/>
          <a:ext cx="0" cy="0"/>
          <a:chOff x="0" y="0"/>
          <a:chExt cx="0" cy="0"/>
        </a:xfrm>
      </p:grpSpPr>
      <p:sp>
        <p:nvSpPr>
          <p:cNvPr id="190" name="Google Shape;190;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3" name="Shape 193"/>
        <p:cNvGrpSpPr/>
        <p:nvPr/>
      </p:nvGrpSpPr>
      <p:grpSpPr>
        <a:xfrm>
          <a:off x="0" y="0"/>
          <a:ext cx="0" cy="0"/>
          <a:chOff x="0" y="0"/>
          <a:chExt cx="0" cy="0"/>
        </a:xfrm>
      </p:grpSpPr>
      <p:sp>
        <p:nvSpPr>
          <p:cNvPr id="194" name="Google Shape;194;p5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5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96" name="Google Shape;196;p5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97" name="Google Shape;197;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9" name="Google Shape;199;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00" name="Shape 200"/>
        <p:cNvGrpSpPr/>
        <p:nvPr/>
      </p:nvGrpSpPr>
      <p:grpSpPr>
        <a:xfrm>
          <a:off x="0" y="0"/>
          <a:ext cx="0" cy="0"/>
          <a:chOff x="0" y="0"/>
          <a:chExt cx="0" cy="0"/>
        </a:xfrm>
      </p:grpSpPr>
      <p:sp>
        <p:nvSpPr>
          <p:cNvPr id="201" name="Google Shape;201;p5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2" name="Google Shape;202;p53"/>
          <p:cNvSpPr/>
          <p:nvPr>
            <p:ph idx="2" type="pic"/>
          </p:nvPr>
        </p:nvSpPr>
        <p:spPr>
          <a:xfrm>
            <a:off x="5183188" y="987425"/>
            <a:ext cx="6172200" cy="4873625"/>
          </a:xfrm>
          <a:prstGeom prst="rect">
            <a:avLst/>
          </a:prstGeom>
          <a:noFill/>
          <a:ln>
            <a:noFill/>
          </a:ln>
        </p:spPr>
      </p:sp>
      <p:sp>
        <p:nvSpPr>
          <p:cNvPr id="203" name="Google Shape;203;p5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04" name="Google Shape;204;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7" name="Shape 207"/>
        <p:cNvGrpSpPr/>
        <p:nvPr/>
      </p:nvGrpSpPr>
      <p:grpSpPr>
        <a:xfrm>
          <a:off x="0" y="0"/>
          <a:ext cx="0" cy="0"/>
          <a:chOff x="0" y="0"/>
          <a:chExt cx="0" cy="0"/>
        </a:xfrm>
      </p:grpSpPr>
      <p:sp>
        <p:nvSpPr>
          <p:cNvPr id="208" name="Google Shape;208;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9" name="Google Shape;209;p5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 name="Google Shape;210;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 name="Google Shape;211;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3" name="Shape 213"/>
        <p:cNvGrpSpPr/>
        <p:nvPr/>
      </p:nvGrpSpPr>
      <p:grpSpPr>
        <a:xfrm>
          <a:off x="0" y="0"/>
          <a:ext cx="0" cy="0"/>
          <a:chOff x="0" y="0"/>
          <a:chExt cx="0" cy="0"/>
        </a:xfrm>
      </p:grpSpPr>
      <p:sp>
        <p:nvSpPr>
          <p:cNvPr id="214" name="Google Shape;214;p5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p5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6" name="Google Shape;216;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7" name="Google Shape;217;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8" name="Google Shape;218;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8.xml"/><Relationship Id="rId10" Type="http://schemas.openxmlformats.org/officeDocument/2006/relationships/slideLayout" Target="../slideLayouts/slideLayout27.xml"/><Relationship Id="rId12" Type="http://schemas.openxmlformats.org/officeDocument/2006/relationships/theme" Target="../theme/theme2.xml"/><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304800" y="183092"/>
            <a:ext cx="5486400" cy="762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2933"/>
              <a:buFont typeface="Calibri"/>
              <a:buNone/>
              <a:defRPr b="0" i="0" sz="2933"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5"/>
          <p:cNvSpPr txBox="1"/>
          <p:nvPr>
            <p:ph idx="1" type="body"/>
          </p:nvPr>
        </p:nvSpPr>
        <p:spPr>
          <a:xfrm>
            <a:off x="304800" y="1066800"/>
            <a:ext cx="5486400" cy="3017309"/>
          </a:xfrm>
          <a:prstGeom prst="rect">
            <a:avLst/>
          </a:prstGeom>
          <a:noFill/>
          <a:ln>
            <a:noFill/>
          </a:ln>
        </p:spPr>
        <p:txBody>
          <a:bodyPr anchorCtr="0" anchor="t" bIns="45700" lIns="91425" spcFirstLastPara="1" rIns="91425" wrap="square" tIns="45700">
            <a:normAutofit/>
          </a:bodyPr>
          <a:lstStyle>
            <a:lvl1pPr indent="-364045" lvl="0" marL="457200" marR="0" rtl="0" algn="l">
              <a:lnSpc>
                <a:spcPct val="100000"/>
              </a:lnSpc>
              <a:spcBef>
                <a:spcPts val="427"/>
              </a:spcBef>
              <a:spcAft>
                <a:spcPts val="0"/>
              </a:spcAft>
              <a:buClr>
                <a:schemeClr val="dk1"/>
              </a:buClr>
              <a:buSzPts val="2133"/>
              <a:buFont typeface="Arial"/>
              <a:buChar char="•"/>
              <a:defRPr b="0" i="0" sz="2133" u="none" cap="none" strike="noStrike">
                <a:solidFill>
                  <a:schemeClr val="dk1"/>
                </a:solidFill>
                <a:latin typeface="Calibri"/>
                <a:ea typeface="Calibri"/>
                <a:cs typeface="Calibri"/>
                <a:sym typeface="Calibri"/>
              </a:defRPr>
            </a:lvl1pPr>
            <a:lvl2pPr indent="-347154" lvl="1" marL="914400" marR="0" rtl="0" algn="l">
              <a:lnSpc>
                <a:spcPct val="100000"/>
              </a:lnSpc>
              <a:spcBef>
                <a:spcPts val="373"/>
              </a:spcBef>
              <a:spcAft>
                <a:spcPts val="0"/>
              </a:spcAft>
              <a:buClr>
                <a:schemeClr val="dk1"/>
              </a:buClr>
              <a:buSzPts val="1867"/>
              <a:buFont typeface="Arial"/>
              <a:buChar char="–"/>
              <a:defRPr b="0" i="0" sz="1867" u="none" cap="none" strike="noStrike">
                <a:solidFill>
                  <a:schemeClr val="dk1"/>
                </a:solidFill>
                <a:latin typeface="Calibri"/>
                <a:ea typeface="Calibri"/>
                <a:cs typeface="Calibri"/>
                <a:sym typeface="Calibri"/>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3pPr>
            <a:lvl4pPr indent="-313245" lvl="3" marL="1828800" marR="0" rtl="0" algn="l">
              <a:lnSpc>
                <a:spcPct val="100000"/>
              </a:lnSpc>
              <a:spcBef>
                <a:spcPts val="267"/>
              </a:spcBef>
              <a:spcAft>
                <a:spcPts val="0"/>
              </a:spcAft>
              <a:buClr>
                <a:schemeClr val="dk1"/>
              </a:buClr>
              <a:buSzPts val="1333"/>
              <a:buFont typeface="Arial"/>
              <a:buChar char="–"/>
              <a:defRPr b="0" i="0" sz="1333" u="none" cap="none" strike="noStrike">
                <a:solidFill>
                  <a:schemeClr val="dk1"/>
                </a:solidFill>
                <a:latin typeface="Calibri"/>
                <a:ea typeface="Calibri"/>
                <a:cs typeface="Calibri"/>
                <a:sym typeface="Calibri"/>
              </a:defRPr>
            </a:lvl4pPr>
            <a:lvl5pPr indent="-313245" lvl="4" marL="2286000" marR="0" rtl="0" algn="l">
              <a:lnSpc>
                <a:spcPct val="100000"/>
              </a:lnSpc>
              <a:spcBef>
                <a:spcPts val="267"/>
              </a:spcBef>
              <a:spcAft>
                <a:spcPts val="0"/>
              </a:spcAft>
              <a:buClr>
                <a:schemeClr val="dk1"/>
              </a:buClr>
              <a:buSzPts val="1333"/>
              <a:buFont typeface="Arial"/>
              <a:buChar char="»"/>
              <a:defRPr b="0" i="0" sz="1333" u="none" cap="none" strike="noStrike">
                <a:solidFill>
                  <a:schemeClr val="dk1"/>
                </a:solidFill>
                <a:latin typeface="Calibri"/>
                <a:ea typeface="Calibri"/>
                <a:cs typeface="Calibri"/>
                <a:sym typeface="Calibri"/>
              </a:defRPr>
            </a:lvl5pPr>
            <a:lvl6pPr indent="-313245" lvl="5" marL="2743200" marR="0" rtl="0" algn="l">
              <a:lnSpc>
                <a:spcPct val="100000"/>
              </a:lnSpc>
              <a:spcBef>
                <a:spcPts val="267"/>
              </a:spcBef>
              <a:spcAft>
                <a:spcPts val="0"/>
              </a:spcAft>
              <a:buClr>
                <a:schemeClr val="dk1"/>
              </a:buClr>
              <a:buSzPts val="1333"/>
              <a:buFont typeface="Arial"/>
              <a:buChar char="•"/>
              <a:defRPr b="0" i="0" sz="1333" u="none" cap="none" strike="noStrike">
                <a:solidFill>
                  <a:schemeClr val="dk1"/>
                </a:solidFill>
                <a:latin typeface="Calibri"/>
                <a:ea typeface="Calibri"/>
                <a:cs typeface="Calibri"/>
                <a:sym typeface="Calibri"/>
              </a:defRPr>
            </a:lvl6pPr>
            <a:lvl7pPr indent="-313245" lvl="6" marL="3200400" marR="0" rtl="0" algn="l">
              <a:lnSpc>
                <a:spcPct val="100000"/>
              </a:lnSpc>
              <a:spcBef>
                <a:spcPts val="267"/>
              </a:spcBef>
              <a:spcAft>
                <a:spcPts val="0"/>
              </a:spcAft>
              <a:buClr>
                <a:schemeClr val="dk1"/>
              </a:buClr>
              <a:buSzPts val="1333"/>
              <a:buFont typeface="Arial"/>
              <a:buChar char="•"/>
              <a:defRPr b="0" i="0" sz="1333" u="none" cap="none" strike="noStrike">
                <a:solidFill>
                  <a:schemeClr val="dk1"/>
                </a:solidFill>
                <a:latin typeface="Calibri"/>
                <a:ea typeface="Calibri"/>
                <a:cs typeface="Calibri"/>
                <a:sym typeface="Calibri"/>
              </a:defRPr>
            </a:lvl7pPr>
            <a:lvl8pPr indent="-313245" lvl="7" marL="3657600" marR="0" rtl="0" algn="l">
              <a:lnSpc>
                <a:spcPct val="100000"/>
              </a:lnSpc>
              <a:spcBef>
                <a:spcPts val="267"/>
              </a:spcBef>
              <a:spcAft>
                <a:spcPts val="0"/>
              </a:spcAft>
              <a:buClr>
                <a:schemeClr val="dk1"/>
              </a:buClr>
              <a:buSzPts val="1333"/>
              <a:buFont typeface="Arial"/>
              <a:buChar char="•"/>
              <a:defRPr b="0" i="0" sz="1333" u="none" cap="none" strike="noStrike">
                <a:solidFill>
                  <a:schemeClr val="dk1"/>
                </a:solidFill>
                <a:latin typeface="Calibri"/>
                <a:ea typeface="Calibri"/>
                <a:cs typeface="Calibri"/>
                <a:sym typeface="Calibri"/>
              </a:defRPr>
            </a:lvl8pPr>
            <a:lvl9pPr indent="-313245" lvl="8" marL="4114800" marR="0" rtl="0" algn="l">
              <a:lnSpc>
                <a:spcPct val="100000"/>
              </a:lnSpc>
              <a:spcBef>
                <a:spcPts val="267"/>
              </a:spcBef>
              <a:spcAft>
                <a:spcPts val="0"/>
              </a:spcAft>
              <a:buClr>
                <a:schemeClr val="dk1"/>
              </a:buClr>
              <a:buSzPts val="1333"/>
              <a:buFont typeface="Arial"/>
              <a:buChar char="•"/>
              <a:defRPr b="0" i="0" sz="1333" u="none" cap="none" strike="noStrike">
                <a:solidFill>
                  <a:schemeClr val="dk1"/>
                </a:solidFill>
                <a:latin typeface="Calibri"/>
                <a:ea typeface="Calibri"/>
                <a:cs typeface="Calibri"/>
                <a:sym typeface="Calibri"/>
              </a:defRPr>
            </a:lvl9pPr>
          </a:lstStyle>
          <a:p/>
        </p:txBody>
      </p:sp>
      <p:sp>
        <p:nvSpPr>
          <p:cNvPr id="8" name="Google Shape;8;p25"/>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25"/>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25"/>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p27"/>
          <p:cNvSpPr txBox="1"/>
          <p:nvPr>
            <p:ph type="title"/>
          </p:nvPr>
        </p:nvSpPr>
        <p:spPr>
          <a:xfrm>
            <a:off x="143730" y="-37337"/>
            <a:ext cx="5397077" cy="553998"/>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3600" u="none" cap="none" strike="noStrike">
                <a:solidFill>
                  <a:srgbClr val="001F5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2" name="Google Shape;82;p27"/>
          <p:cNvSpPr txBox="1"/>
          <p:nvPr>
            <p:ph idx="1" type="body"/>
          </p:nvPr>
        </p:nvSpPr>
        <p:spPr>
          <a:xfrm>
            <a:off x="7038467" y="2501350"/>
            <a:ext cx="5057563" cy="276999"/>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3" name="Google Shape;83;p27"/>
          <p:cNvSpPr txBox="1"/>
          <p:nvPr>
            <p:ph idx="11" type="ftr"/>
          </p:nvPr>
        </p:nvSpPr>
        <p:spPr>
          <a:xfrm>
            <a:off x="4145280" y="6377940"/>
            <a:ext cx="3901440" cy="276999"/>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4" name="Google Shape;84;p27"/>
          <p:cNvSpPr txBox="1"/>
          <p:nvPr>
            <p:ph idx="10" type="dt"/>
          </p:nvPr>
        </p:nvSpPr>
        <p:spPr>
          <a:xfrm>
            <a:off x="609600" y="6377940"/>
            <a:ext cx="2804160" cy="27699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5" name="Google Shape;85;p27"/>
          <p:cNvSpPr txBox="1"/>
          <p:nvPr>
            <p:ph idx="12" type="sldNum"/>
          </p:nvPr>
        </p:nvSpPr>
        <p:spPr>
          <a:xfrm>
            <a:off x="8778241" y="6377940"/>
            <a:ext cx="2804160" cy="276999"/>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6" name="Google Shape;146;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7" name="Google Shape;147;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8" name="Google Shape;148;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9" name="Google Shape;14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2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4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1" Type="http://schemas.openxmlformats.org/officeDocument/2006/relationships/image" Target="../media/image48.png"/><Relationship Id="rId10" Type="http://schemas.openxmlformats.org/officeDocument/2006/relationships/image" Target="../media/image34.png"/><Relationship Id="rId13" Type="http://schemas.openxmlformats.org/officeDocument/2006/relationships/image" Target="../media/image43.png"/><Relationship Id="rId12" Type="http://schemas.openxmlformats.org/officeDocument/2006/relationships/image" Target="../media/image38.png"/><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42.png"/><Relationship Id="rId5" Type="http://schemas.openxmlformats.org/officeDocument/2006/relationships/image" Target="../media/image17.png"/><Relationship Id="rId6" Type="http://schemas.openxmlformats.org/officeDocument/2006/relationships/image" Target="../media/image28.png"/><Relationship Id="rId7" Type="http://schemas.openxmlformats.org/officeDocument/2006/relationships/image" Target="../media/image32.png"/><Relationship Id="rId8"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46.png"/><Relationship Id="rId7" Type="http://schemas.openxmlformats.org/officeDocument/2006/relationships/image" Target="../media/image4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2000">
              <a:schemeClr val="dk2"/>
            </a:gs>
            <a:gs pos="75000">
              <a:srgbClr val="C5D8F1"/>
            </a:gs>
            <a:gs pos="100000">
              <a:srgbClr val="C5D8F1"/>
            </a:gs>
          </a:gsLst>
          <a:lin ang="5400000" scaled="0"/>
        </a:gradFill>
      </p:bgPr>
    </p:bg>
    <p:spTree>
      <p:nvGrpSpPr>
        <p:cNvPr id="222" name="Shape 222"/>
        <p:cNvGrpSpPr/>
        <p:nvPr/>
      </p:nvGrpSpPr>
      <p:grpSpPr>
        <a:xfrm>
          <a:off x="0" y="0"/>
          <a:ext cx="0" cy="0"/>
          <a:chOff x="0" y="0"/>
          <a:chExt cx="0" cy="0"/>
        </a:xfrm>
      </p:grpSpPr>
      <p:pic>
        <p:nvPicPr>
          <p:cNvPr descr="ESA - ICAO" id="223" name="Google Shape;223;p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4" name="Google Shape;224;p1"/>
          <p:cNvSpPr/>
          <p:nvPr/>
        </p:nvSpPr>
        <p:spPr>
          <a:xfrm rot="-5400000">
            <a:off x="5921387" y="587385"/>
            <a:ext cx="1240478" cy="11300749"/>
          </a:xfrm>
          <a:prstGeom prst="round2SameRect">
            <a:avLst>
              <a:gd fmla="val 16667" name="adj1"/>
              <a:gd fmla="val 0" name="adj2"/>
            </a:avLst>
          </a:prstGeom>
          <a:solidFill>
            <a:srgbClr val="10253F">
              <a:alpha val="80000"/>
            </a:srgbClr>
          </a:solidFill>
          <a:ln>
            <a:noFill/>
          </a:ln>
        </p:spPr>
        <p:txBody>
          <a:bodyPr anchorCtr="0" anchor="ctr" bIns="45350" lIns="90650" spcFirstLastPara="1" rIns="90650" wrap="square" tIns="4535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25" name="Google Shape;225;p1"/>
          <p:cNvSpPr txBox="1"/>
          <p:nvPr/>
        </p:nvSpPr>
        <p:spPr>
          <a:xfrm>
            <a:off x="785813" y="5707414"/>
            <a:ext cx="11406300" cy="461700"/>
          </a:xfrm>
          <a:prstGeom prst="rect">
            <a:avLst/>
          </a:prstGeom>
          <a:noFill/>
          <a:ln>
            <a:noFill/>
          </a:ln>
        </p:spPr>
        <p:txBody>
          <a:bodyPr anchorCtr="0" anchor="t" bIns="45675" lIns="91350" spcFirstLastPara="1" rIns="91350" wrap="square" tIns="45675">
            <a:spAutoFit/>
          </a:bodyPr>
          <a:lstStyle/>
          <a:p>
            <a:pPr indent="0" lvl="0" marL="8467" marR="0" rtl="0" algn="r">
              <a:lnSpc>
                <a:spcPct val="100000"/>
              </a:lnSpc>
              <a:spcBef>
                <a:spcPts val="0"/>
              </a:spcBef>
              <a:spcAft>
                <a:spcPts val="0"/>
              </a:spcAft>
              <a:buClr>
                <a:srgbClr val="000000"/>
              </a:buClr>
              <a:buSzPts val="2400"/>
              <a:buFont typeface="Arial"/>
              <a:buNone/>
            </a:pPr>
            <a:r>
              <a:rPr b="1" i="0" lang="en-US" sz="2400" u="none" cap="none" strike="noStrike">
                <a:solidFill>
                  <a:srgbClr val="FFC000"/>
                </a:solidFill>
                <a:latin typeface="Tahoma"/>
                <a:ea typeface="Tahoma"/>
                <a:cs typeface="Tahoma"/>
                <a:sym typeface="Tahoma"/>
              </a:rPr>
              <a:t>PENCALONAN INDONESIA MENJADI ANGGOTA DEWAN ICAO</a:t>
            </a:r>
            <a:endParaRPr b="0" i="0" sz="1800" u="none" cap="none" strike="noStrike">
              <a:solidFill>
                <a:srgbClr val="000000"/>
              </a:solidFill>
              <a:latin typeface="Tahoma"/>
              <a:ea typeface="Tahoma"/>
              <a:cs typeface="Tahoma"/>
              <a:sym typeface="Tahoma"/>
            </a:endParaRPr>
          </a:p>
        </p:txBody>
      </p:sp>
      <p:sp>
        <p:nvSpPr>
          <p:cNvPr id="226" name="Google Shape;226;p1"/>
          <p:cNvSpPr/>
          <p:nvPr/>
        </p:nvSpPr>
        <p:spPr>
          <a:xfrm>
            <a:off x="5894046" y="5094362"/>
            <a:ext cx="6286501" cy="523159"/>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7" name="Google Shape;227;p1"/>
          <p:cNvSpPr txBox="1"/>
          <p:nvPr/>
        </p:nvSpPr>
        <p:spPr>
          <a:xfrm>
            <a:off x="3221544" y="5110826"/>
            <a:ext cx="8967900" cy="523200"/>
          </a:xfrm>
          <a:prstGeom prst="rect">
            <a:avLst/>
          </a:prstGeom>
          <a:noFill/>
          <a:ln>
            <a:noFill/>
          </a:ln>
        </p:spPr>
        <p:txBody>
          <a:bodyPr anchorCtr="0" anchor="t" bIns="45675" lIns="91350" spcFirstLastPara="1" rIns="91350" wrap="square" tIns="45675">
            <a:spAutoFit/>
          </a:bodyPr>
          <a:lstStyle/>
          <a:p>
            <a:pPr indent="0" lvl="0" marL="0" marR="0" rtl="0" algn="r">
              <a:lnSpc>
                <a:spcPct val="100000"/>
              </a:lnSpc>
              <a:spcBef>
                <a:spcPts val="0"/>
              </a:spcBef>
              <a:spcAft>
                <a:spcPts val="0"/>
              </a:spcAft>
              <a:buClr>
                <a:srgbClr val="000000"/>
              </a:buClr>
              <a:buSzPts val="2800"/>
              <a:buFont typeface="Tahoma"/>
              <a:buNone/>
            </a:pPr>
            <a:r>
              <a:rPr b="1" lang="en-US" sz="2800">
                <a:latin typeface="Tahoma"/>
                <a:ea typeface="Tahoma"/>
                <a:cs typeface="Tahoma"/>
                <a:sym typeface="Tahoma"/>
              </a:rPr>
              <a:t>BUKU SAKU</a:t>
            </a:r>
            <a:endParaRPr b="0" i="0" sz="1400" u="none" cap="none" strike="noStrike">
              <a:solidFill>
                <a:srgbClr val="000000"/>
              </a:solidFill>
              <a:latin typeface="Arial"/>
              <a:ea typeface="Arial"/>
              <a:cs typeface="Arial"/>
              <a:sym typeface="Arial"/>
            </a:endParaRPr>
          </a:p>
        </p:txBody>
      </p:sp>
      <p:sp>
        <p:nvSpPr>
          <p:cNvPr id="228" name="Google Shape;228;p1"/>
          <p:cNvSpPr/>
          <p:nvPr/>
        </p:nvSpPr>
        <p:spPr>
          <a:xfrm>
            <a:off x="0" y="-32674"/>
            <a:ext cx="12192000" cy="785149"/>
          </a:xfrm>
          <a:prstGeom prst="rect">
            <a:avLst/>
          </a:prstGeom>
          <a:solidFill>
            <a:srgbClr val="10253F">
              <a:alpha val="3450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pic>
        <p:nvPicPr>
          <p:cNvPr id="229" name="Google Shape;229;p1"/>
          <p:cNvPicPr preferRelativeResize="0"/>
          <p:nvPr/>
        </p:nvPicPr>
        <p:blipFill rotWithShape="1">
          <a:blip r:embed="rId4">
            <a:alphaModFix/>
          </a:blip>
          <a:srcRect b="0" l="0" r="0" t="0"/>
          <a:stretch/>
        </p:blipFill>
        <p:spPr>
          <a:xfrm>
            <a:off x="785813" y="136525"/>
            <a:ext cx="368300" cy="423863"/>
          </a:xfrm>
          <a:prstGeom prst="rect">
            <a:avLst/>
          </a:prstGeom>
          <a:noFill/>
          <a:ln>
            <a:noFill/>
          </a:ln>
        </p:spPr>
      </p:pic>
      <p:sp>
        <p:nvSpPr>
          <p:cNvPr id="230" name="Google Shape;230;p1"/>
          <p:cNvSpPr txBox="1"/>
          <p:nvPr/>
        </p:nvSpPr>
        <p:spPr>
          <a:xfrm>
            <a:off x="1213485" y="136525"/>
            <a:ext cx="2173287" cy="368619"/>
          </a:xfrm>
          <a:prstGeom prst="rect">
            <a:avLst/>
          </a:prstGeom>
          <a:noFill/>
          <a:ln>
            <a:noFill/>
          </a:ln>
        </p:spPr>
        <p:txBody>
          <a:bodyPr anchorCtr="0" anchor="t" bIns="45350" lIns="90625" spcFirstLastPara="1" rIns="90625" wrap="square" tIns="45350">
            <a:spAutoFit/>
          </a:bodyPr>
          <a:lstStyle/>
          <a:p>
            <a:pPr indent="0" lvl="0" marL="0" marR="0" rtl="0" algn="l">
              <a:lnSpc>
                <a:spcPct val="100000"/>
              </a:lnSpc>
              <a:spcBef>
                <a:spcPts val="0"/>
              </a:spcBef>
              <a:spcAft>
                <a:spcPts val="0"/>
              </a:spcAft>
              <a:buClr>
                <a:srgbClr val="FFFFFF"/>
              </a:buClr>
              <a:buSzPts val="900"/>
              <a:buFont typeface="Tahoma"/>
              <a:buNone/>
            </a:pPr>
            <a:r>
              <a:rPr b="1" i="0" lang="en-US" sz="900" u="none" cap="none" strike="noStrike">
                <a:solidFill>
                  <a:srgbClr val="FFFFFF"/>
                </a:solidFill>
                <a:latin typeface="Tahoma"/>
                <a:ea typeface="Tahoma"/>
                <a:cs typeface="Tahoma"/>
                <a:sym typeface="Tahoma"/>
              </a:rPr>
              <a:t>KEMENTERIAN PERHUBUNGAN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900"/>
              <a:buFont typeface="Tahoma"/>
              <a:buNone/>
            </a:pPr>
            <a:r>
              <a:rPr b="1" i="0" lang="en-US" sz="900" u="none" cap="none" strike="noStrike">
                <a:solidFill>
                  <a:srgbClr val="FFFFFF"/>
                </a:solidFill>
                <a:latin typeface="Tahoma"/>
                <a:ea typeface="Tahoma"/>
                <a:cs typeface="Tahoma"/>
                <a:sym typeface="Tahoma"/>
              </a:rPr>
              <a:t>REPUBLIK INDONESIA</a:t>
            </a:r>
            <a:endParaRPr b="0" i="0" sz="1400" u="none" cap="none" strike="noStrike">
              <a:solidFill>
                <a:srgbClr val="000000"/>
              </a:solidFill>
              <a:latin typeface="Arial"/>
              <a:ea typeface="Arial"/>
              <a:cs typeface="Arial"/>
              <a:sym typeface="Arial"/>
            </a:endParaRPr>
          </a:p>
        </p:txBody>
      </p:sp>
      <p:pic>
        <p:nvPicPr>
          <p:cNvPr id="231" name="Google Shape;231;p1"/>
          <p:cNvPicPr preferRelativeResize="0"/>
          <p:nvPr/>
        </p:nvPicPr>
        <p:blipFill rotWithShape="1">
          <a:blip r:embed="rId4">
            <a:alphaModFix/>
          </a:blip>
          <a:srcRect b="0" l="0" r="0" t="0"/>
          <a:stretch/>
        </p:blipFill>
        <p:spPr>
          <a:xfrm>
            <a:off x="785813" y="136525"/>
            <a:ext cx="368300" cy="423863"/>
          </a:xfrm>
          <a:prstGeom prst="rect">
            <a:avLst/>
          </a:prstGeom>
          <a:noFill/>
          <a:ln>
            <a:noFill/>
          </a:ln>
        </p:spPr>
      </p:pic>
      <p:sp>
        <p:nvSpPr>
          <p:cNvPr id="232" name="Google Shape;232;p1"/>
          <p:cNvSpPr/>
          <p:nvPr/>
        </p:nvSpPr>
        <p:spPr>
          <a:xfrm>
            <a:off x="219393" y="136525"/>
            <a:ext cx="447675" cy="433387"/>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 name="Google Shape;233;p1"/>
          <p:cNvSpPr txBox="1"/>
          <p:nvPr/>
        </p:nvSpPr>
        <p:spPr>
          <a:xfrm>
            <a:off x="10472817" y="160338"/>
            <a:ext cx="1766888" cy="400050"/>
          </a:xfrm>
          <a:prstGeom prst="rect">
            <a:avLst/>
          </a:prstGeom>
          <a:noFill/>
          <a:ln>
            <a:noFill/>
          </a:ln>
        </p:spPr>
        <p:txBody>
          <a:bodyPr anchorCtr="0" anchor="t" bIns="45350" lIns="90650" spcFirstLastPara="1" rIns="90650" wrap="square" tIns="4535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Tahoma"/>
                <a:ea typeface="Tahoma"/>
                <a:cs typeface="Tahoma"/>
                <a:sym typeface="Tahoma"/>
              </a:rPr>
              <a:t>DIREKTORAT JENDERAL</a:t>
            </a:r>
            <a:endParaRPr b="0" i="0" sz="1400" u="none" cap="none" strike="noStrike">
              <a:solidFill>
                <a:srgbClr val="FFFFFF"/>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Tahoma"/>
                <a:ea typeface="Tahoma"/>
                <a:cs typeface="Tahoma"/>
                <a:sym typeface="Tahoma"/>
              </a:rPr>
              <a:t>PERHUBUNGAN UDARA</a:t>
            </a:r>
            <a:endParaRPr b="0" i="0" sz="1400" u="none" cap="none" strike="noStrike">
              <a:solidFill>
                <a:srgbClr val="000000"/>
              </a:solidFill>
              <a:latin typeface="Arial"/>
              <a:ea typeface="Arial"/>
              <a:cs typeface="Arial"/>
              <a:sym typeface="Arial"/>
            </a:endParaRPr>
          </a:p>
        </p:txBody>
      </p:sp>
      <p:pic>
        <p:nvPicPr>
          <p:cNvPr id="234" name="Google Shape;234;p1"/>
          <p:cNvPicPr preferRelativeResize="0"/>
          <p:nvPr/>
        </p:nvPicPr>
        <p:blipFill rotWithShape="1">
          <a:blip r:embed="rId6">
            <a:alphaModFix/>
          </a:blip>
          <a:srcRect b="0" l="0" r="0" t="0"/>
          <a:stretch/>
        </p:blipFill>
        <p:spPr>
          <a:xfrm>
            <a:off x="9537699" y="138432"/>
            <a:ext cx="927100" cy="409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5"/>
          <p:cNvSpPr txBox="1"/>
          <p:nvPr>
            <p:ph type="ctrTitle"/>
          </p:nvPr>
        </p:nvSpPr>
        <p:spPr>
          <a:xfrm>
            <a:off x="4999511" y="617517"/>
            <a:ext cx="2125683" cy="368135"/>
          </a:xfrm>
          <a:prstGeom prst="rect">
            <a:avLst/>
          </a:prstGeom>
          <a:noFill/>
          <a:ln>
            <a:noFill/>
          </a:ln>
        </p:spPr>
        <p:txBody>
          <a:bodyPr anchorCtr="0" anchor="ctr" bIns="45700" lIns="91425" spcFirstLastPara="1" rIns="91425" wrap="square" tIns="45700">
            <a:noAutofit/>
          </a:bodyPr>
          <a:lstStyle/>
          <a:p>
            <a:pPr indent="-11113" lvl="0" marL="11113" rtl="0" algn="ctr">
              <a:lnSpc>
                <a:spcPct val="100000"/>
              </a:lnSpc>
              <a:spcBef>
                <a:spcPts val="0"/>
              </a:spcBef>
              <a:spcAft>
                <a:spcPts val="0"/>
              </a:spcAft>
              <a:buSzPts val="1800"/>
              <a:buNone/>
            </a:pPr>
            <a:r>
              <a:rPr b="1" lang="en-US" sz="2000"/>
              <a:t>DAFTAR ISI</a:t>
            </a:r>
            <a:endParaRPr sz="2000"/>
          </a:p>
        </p:txBody>
      </p:sp>
      <p:sp>
        <p:nvSpPr>
          <p:cNvPr id="240" name="Google Shape;240;p15"/>
          <p:cNvSpPr txBox="1"/>
          <p:nvPr/>
        </p:nvSpPr>
        <p:spPr>
          <a:xfrm>
            <a:off x="855023" y="1543792"/>
            <a:ext cx="10390800" cy="5017800"/>
          </a:xfrm>
          <a:prstGeom prst="rect">
            <a:avLst/>
          </a:prstGeom>
          <a:noFill/>
          <a:ln>
            <a:noFill/>
          </a:ln>
        </p:spPr>
        <p:txBody>
          <a:bodyPr anchorCtr="0" anchor="t" bIns="45700" lIns="91425" spcFirstLastPara="1" rIns="91425" wrap="square" tIns="45700">
            <a:spAutoFit/>
          </a:bodyPr>
          <a:lstStyle/>
          <a:p>
            <a:pPr indent="-400050" lvl="0" marL="400050" marR="0" rtl="0" algn="l">
              <a:lnSpc>
                <a:spcPct val="100000"/>
              </a:lnSpc>
              <a:spcBef>
                <a:spcPts val="0"/>
              </a:spcBef>
              <a:spcAft>
                <a:spcPts val="0"/>
              </a:spcAft>
              <a:buClr>
                <a:srgbClr val="000000"/>
              </a:buClr>
              <a:buSzPts val="2000"/>
              <a:buFont typeface="Arial"/>
              <a:buAutoNum type="romanUcPeriod"/>
            </a:pPr>
            <a:r>
              <a:rPr b="0" i="0" lang="en-US" sz="2000" u="none" cap="none" strike="noStrike">
                <a:solidFill>
                  <a:srgbClr val="000000"/>
                </a:solidFill>
                <a:latin typeface="Arial"/>
                <a:ea typeface="Arial"/>
                <a:cs typeface="Arial"/>
                <a:sym typeface="Arial"/>
              </a:rPr>
              <a:t>MATERI KAMPANYE</a:t>
            </a:r>
            <a:endParaRPr/>
          </a:p>
          <a:p>
            <a:pPr indent="-342900" lvl="0" marL="746125" marR="0" rtl="0" algn="l">
              <a:lnSpc>
                <a:spcPct val="100000"/>
              </a:lnSpc>
              <a:spcBef>
                <a:spcPts val="0"/>
              </a:spcBef>
              <a:spcAft>
                <a:spcPts val="0"/>
              </a:spcAft>
              <a:buClr>
                <a:srgbClr val="000000"/>
              </a:buClr>
              <a:buSzPts val="2000"/>
              <a:buFont typeface="Arial"/>
              <a:buAutoNum type="alphaUcPeriod"/>
            </a:pPr>
            <a:r>
              <a:rPr b="0" i="0" lang="en-US" sz="2000" u="none" cap="none" strike="noStrike">
                <a:solidFill>
                  <a:srgbClr val="000000"/>
                </a:solidFill>
                <a:latin typeface="Arial"/>
                <a:ea typeface="Arial"/>
                <a:cs typeface="Arial"/>
                <a:sym typeface="Arial"/>
              </a:rPr>
              <a:t>Sejarah Pencalonan Indonesia Menjadi Anggota Dewan ICAO</a:t>
            </a:r>
            <a:endParaRPr/>
          </a:p>
          <a:p>
            <a:pPr indent="-342900" lvl="0" marL="746125" marR="0" rtl="0" algn="l">
              <a:lnSpc>
                <a:spcPct val="100000"/>
              </a:lnSpc>
              <a:spcBef>
                <a:spcPts val="0"/>
              </a:spcBef>
              <a:spcAft>
                <a:spcPts val="0"/>
              </a:spcAft>
              <a:buClr>
                <a:srgbClr val="000000"/>
              </a:buClr>
              <a:buSzPts val="2000"/>
              <a:buFont typeface="Arial"/>
              <a:buAutoNum type="alphaUcPeriod"/>
            </a:pPr>
            <a:r>
              <a:rPr b="0" i="0" lang="en-US" sz="2000" u="none" cap="none" strike="noStrike">
                <a:solidFill>
                  <a:srgbClr val="000000"/>
                </a:solidFill>
                <a:latin typeface="Arial"/>
                <a:ea typeface="Arial"/>
                <a:cs typeface="Arial"/>
                <a:sym typeface="Arial"/>
              </a:rPr>
              <a:t>Penambahan Kursi Keanggotaan Dewan ICAO</a:t>
            </a:r>
            <a:endParaRPr/>
          </a:p>
          <a:p>
            <a:pPr indent="-342900" lvl="0" marL="746125" marR="0" rtl="0" algn="l">
              <a:lnSpc>
                <a:spcPct val="100000"/>
              </a:lnSpc>
              <a:spcBef>
                <a:spcPts val="0"/>
              </a:spcBef>
              <a:spcAft>
                <a:spcPts val="0"/>
              </a:spcAft>
              <a:buClr>
                <a:srgbClr val="000000"/>
              </a:buClr>
              <a:buSzPts val="2000"/>
              <a:buFont typeface="Arial"/>
              <a:buAutoNum type="alphaUcPeriod"/>
            </a:pPr>
            <a:r>
              <a:rPr b="0" i="0" lang="en-US" sz="2000" u="none" cap="none" strike="noStrike">
                <a:solidFill>
                  <a:srgbClr val="000000"/>
                </a:solidFill>
                <a:latin typeface="Arial"/>
                <a:ea typeface="Arial"/>
                <a:cs typeface="Arial"/>
                <a:sym typeface="Arial"/>
              </a:rPr>
              <a:t>Komposisi Keanggotaan Dewan ICAO Saat ini (2025-2028)</a:t>
            </a:r>
            <a:endParaRPr/>
          </a:p>
          <a:p>
            <a:pPr indent="-342900" lvl="0" marL="746125" marR="0" rtl="0" algn="l">
              <a:lnSpc>
                <a:spcPct val="100000"/>
              </a:lnSpc>
              <a:spcBef>
                <a:spcPts val="0"/>
              </a:spcBef>
              <a:spcAft>
                <a:spcPts val="0"/>
              </a:spcAft>
              <a:buClr>
                <a:srgbClr val="000000"/>
              </a:buClr>
              <a:buSzPts val="2000"/>
              <a:buFont typeface="Arial"/>
              <a:buAutoNum type="alphaUcPeriod"/>
            </a:pPr>
            <a:r>
              <a:rPr b="0" i="0" lang="en-US" sz="2000" u="none" cap="none" strike="noStrike">
                <a:solidFill>
                  <a:srgbClr val="000000"/>
                </a:solidFill>
                <a:latin typeface="Arial"/>
                <a:ea typeface="Arial"/>
                <a:cs typeface="Arial"/>
                <a:sym typeface="Arial"/>
              </a:rPr>
              <a:t>Keunggulan/ Capaian Indonesia (</a:t>
            </a:r>
            <a:r>
              <a:rPr b="0" i="1" lang="en-US" sz="2000" u="none" cap="none" strike="noStrike">
                <a:solidFill>
                  <a:srgbClr val="000000"/>
                </a:solidFill>
                <a:latin typeface="Arial"/>
                <a:ea typeface="Arial"/>
                <a:cs typeface="Arial"/>
                <a:sym typeface="Arial"/>
              </a:rPr>
              <a:t>Safety, Security, Green Aviation, Fellowships</a:t>
            </a:r>
            <a:r>
              <a:rPr b="0"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a:p>
            <a:pPr indent="-342900" lvl="0" marL="746125" marR="0" rtl="0" algn="l">
              <a:lnSpc>
                <a:spcPct val="100000"/>
              </a:lnSpc>
              <a:spcBef>
                <a:spcPts val="0"/>
              </a:spcBef>
              <a:spcAft>
                <a:spcPts val="0"/>
              </a:spcAft>
              <a:buClr>
                <a:srgbClr val="000000"/>
              </a:buClr>
              <a:buSzPts val="2000"/>
              <a:buFont typeface="Arial"/>
              <a:buAutoNum type="alphaUcPeriod"/>
            </a:pPr>
            <a:r>
              <a:rPr b="0" i="0" lang="en-US" sz="2000" u="none" cap="none" strike="noStrike">
                <a:solidFill>
                  <a:srgbClr val="000000"/>
                </a:solidFill>
                <a:latin typeface="Arial"/>
                <a:ea typeface="Arial"/>
                <a:cs typeface="Arial"/>
                <a:sym typeface="Arial"/>
              </a:rPr>
              <a:t>Kontribusi Indonesia pada PSIDS</a:t>
            </a:r>
            <a:endParaRPr b="0" i="1" sz="2000" u="none" cap="none" strike="noStrike">
              <a:solidFill>
                <a:srgbClr val="000000"/>
              </a:solidFill>
              <a:latin typeface="Arial"/>
              <a:ea typeface="Arial"/>
              <a:cs typeface="Arial"/>
              <a:sym typeface="Arial"/>
            </a:endParaRPr>
          </a:p>
          <a:p>
            <a:pPr indent="-215900" lvl="0" marL="746125"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400050" lvl="0" marL="400050" marR="0" rtl="0" algn="l">
              <a:lnSpc>
                <a:spcPct val="100000"/>
              </a:lnSpc>
              <a:spcBef>
                <a:spcPts val="0"/>
              </a:spcBef>
              <a:spcAft>
                <a:spcPts val="0"/>
              </a:spcAft>
              <a:buClr>
                <a:srgbClr val="000000"/>
              </a:buClr>
              <a:buSzPts val="2000"/>
              <a:buFont typeface="Arial"/>
              <a:buAutoNum type="romanUcPeriod" startAt="2"/>
            </a:pPr>
            <a:r>
              <a:rPr b="0" i="0" lang="en-US" sz="2000" u="none" cap="none" strike="noStrike">
                <a:solidFill>
                  <a:srgbClr val="000000"/>
                </a:solidFill>
                <a:latin typeface="Arial"/>
                <a:ea typeface="Arial"/>
                <a:cs typeface="Arial"/>
                <a:sym typeface="Arial"/>
              </a:rPr>
              <a:t>LOBI-LOBI</a:t>
            </a:r>
            <a:endParaRPr/>
          </a:p>
          <a:p>
            <a:pPr indent="-342900" lvl="0" marL="747713" marR="0" rtl="0" algn="l">
              <a:lnSpc>
                <a:spcPct val="100000"/>
              </a:lnSpc>
              <a:spcBef>
                <a:spcPts val="0"/>
              </a:spcBef>
              <a:spcAft>
                <a:spcPts val="0"/>
              </a:spcAft>
              <a:buClr>
                <a:srgbClr val="000000"/>
              </a:buClr>
              <a:buSzPts val="2000"/>
              <a:buFont typeface="Arial"/>
              <a:buAutoNum type="alphaUcPeriod"/>
            </a:pPr>
            <a:r>
              <a:rPr b="0" i="0" lang="en-US" sz="2000" u="none" cap="none" strike="noStrike">
                <a:solidFill>
                  <a:srgbClr val="000000"/>
                </a:solidFill>
                <a:latin typeface="Arial"/>
                <a:ea typeface="Arial"/>
                <a:cs typeface="Arial"/>
                <a:sym typeface="Arial"/>
              </a:rPr>
              <a:t>Data Posisi Dukungan</a:t>
            </a:r>
            <a:endParaRPr b="0" i="0" sz="2000" u="none" cap="none" strike="noStrike">
              <a:solidFill>
                <a:srgbClr val="000000"/>
              </a:solidFill>
              <a:latin typeface="Arial"/>
              <a:ea typeface="Arial"/>
              <a:cs typeface="Arial"/>
              <a:sym typeface="Arial"/>
            </a:endParaRPr>
          </a:p>
          <a:p>
            <a:pPr indent="-342900" lvl="0" marL="747713" marR="0" rtl="0" algn="l">
              <a:lnSpc>
                <a:spcPct val="100000"/>
              </a:lnSpc>
              <a:spcBef>
                <a:spcPts val="0"/>
              </a:spcBef>
              <a:spcAft>
                <a:spcPts val="0"/>
              </a:spcAft>
              <a:buClr>
                <a:srgbClr val="000000"/>
              </a:buClr>
              <a:buSzPts val="2000"/>
              <a:buFont typeface="Arial"/>
              <a:buAutoNum type="alphaUcPeriod"/>
            </a:pPr>
            <a:r>
              <a:rPr b="0" i="0" lang="en-US" sz="2000" u="none" cap="none" strike="noStrike">
                <a:solidFill>
                  <a:srgbClr val="000000"/>
                </a:solidFill>
                <a:latin typeface="Arial"/>
                <a:ea typeface="Arial"/>
                <a:cs typeface="Arial"/>
                <a:sym typeface="Arial"/>
              </a:rPr>
              <a:t>Negara yang berpotensi untuk dilobi</a:t>
            </a:r>
            <a:endParaRPr b="0" i="0" sz="2000" u="none" cap="none" strike="noStrike">
              <a:solidFill>
                <a:srgbClr val="000000"/>
              </a:solidFill>
              <a:latin typeface="Arial"/>
              <a:ea typeface="Arial"/>
              <a:cs typeface="Arial"/>
              <a:sym typeface="Arial"/>
            </a:endParaRPr>
          </a:p>
          <a:p>
            <a:pPr indent="-342900" lvl="0" marL="747713" marR="0" rtl="0" algn="l">
              <a:lnSpc>
                <a:spcPct val="100000"/>
              </a:lnSpc>
              <a:spcBef>
                <a:spcPts val="0"/>
              </a:spcBef>
              <a:spcAft>
                <a:spcPts val="0"/>
              </a:spcAft>
              <a:buClr>
                <a:srgbClr val="000000"/>
              </a:buClr>
              <a:buSzPts val="2000"/>
              <a:buFont typeface="Arial"/>
              <a:buAutoNum type="alphaUcPeriod"/>
            </a:pPr>
            <a:r>
              <a:rPr b="0" i="0" lang="en-US" sz="2000" u="none" cap="none" strike="noStrike">
                <a:solidFill>
                  <a:srgbClr val="000000"/>
                </a:solidFill>
                <a:latin typeface="Arial"/>
                <a:ea typeface="Arial"/>
                <a:cs typeface="Arial"/>
                <a:sym typeface="Arial"/>
              </a:rPr>
              <a:t>Informasi Negara yang akan dilobi </a:t>
            </a:r>
            <a:endParaRPr/>
          </a:p>
          <a:p>
            <a:pPr indent="-342900" lvl="0" marL="747713" marR="0" rtl="0" algn="l">
              <a:lnSpc>
                <a:spcPct val="100000"/>
              </a:lnSpc>
              <a:spcBef>
                <a:spcPts val="0"/>
              </a:spcBef>
              <a:spcAft>
                <a:spcPts val="0"/>
              </a:spcAft>
              <a:buClr>
                <a:srgbClr val="000000"/>
              </a:buClr>
              <a:buSzPts val="2000"/>
              <a:buFont typeface="Arial"/>
              <a:buAutoNum type="alphaUcPeriod"/>
            </a:pPr>
            <a:r>
              <a:rPr b="0" i="0" lang="en-US" sz="2000" u="none" cap="none" strike="noStrike">
                <a:solidFill>
                  <a:srgbClr val="000000"/>
                </a:solidFill>
                <a:latin typeface="Arial"/>
                <a:ea typeface="Arial"/>
                <a:cs typeface="Arial"/>
                <a:sym typeface="Arial"/>
              </a:rPr>
              <a:t>Rangkuman Kegiatan Penggalangan Dukungan</a:t>
            </a:r>
            <a:endParaRPr b="0" i="0" sz="2000" u="none" cap="none" strike="noStrike">
              <a:solidFill>
                <a:srgbClr val="000000"/>
              </a:solidFill>
              <a:latin typeface="Arial"/>
              <a:ea typeface="Arial"/>
              <a:cs typeface="Arial"/>
              <a:sym typeface="Arial"/>
            </a:endParaRPr>
          </a:p>
          <a:p>
            <a:pPr indent="-342900" lvl="0" marL="747712" marR="0" rtl="0" algn="l">
              <a:lnSpc>
                <a:spcPct val="100000"/>
              </a:lnSpc>
              <a:spcBef>
                <a:spcPts val="0"/>
              </a:spcBef>
              <a:spcAft>
                <a:spcPts val="0"/>
              </a:spcAft>
              <a:buClr>
                <a:srgbClr val="000000"/>
              </a:buClr>
              <a:buSzPts val="2000"/>
              <a:buFont typeface="Arial"/>
              <a:buAutoNum type="alphaUcPeriod"/>
            </a:pPr>
            <a:r>
              <a:rPr b="0" i="0" lang="en-US" sz="2000" u="none" cap="none" strike="noStrike">
                <a:solidFill>
                  <a:srgbClr val="000000"/>
                </a:solidFill>
                <a:latin typeface="Arial"/>
                <a:ea typeface="Arial"/>
                <a:cs typeface="Arial"/>
                <a:sym typeface="Arial"/>
              </a:rPr>
              <a:t>Alternatif Narasi Lobi</a:t>
            </a:r>
            <a:endParaRPr b="0" i="0" sz="2000" u="none" cap="none" strike="noStrike">
              <a:solidFill>
                <a:srgbClr val="000000"/>
              </a:solidFill>
              <a:latin typeface="Arial"/>
              <a:ea typeface="Arial"/>
              <a:cs typeface="Arial"/>
              <a:sym typeface="Arial"/>
            </a:endParaRPr>
          </a:p>
          <a:p>
            <a:pPr indent="-342900" lvl="0" marL="747713" marR="0" rtl="0" algn="l">
              <a:lnSpc>
                <a:spcPct val="100000"/>
              </a:lnSpc>
              <a:spcBef>
                <a:spcPts val="0"/>
              </a:spcBef>
              <a:spcAft>
                <a:spcPts val="0"/>
              </a:spcAft>
              <a:buSzPts val="2000"/>
              <a:buAutoNum type="alphaUcPeriod"/>
            </a:pPr>
            <a:r>
              <a:rPr i="1" lang="en-US" sz="2000"/>
              <a:t>Code of Conduct</a:t>
            </a:r>
            <a:endParaRPr i="1" sz="2000"/>
          </a:p>
          <a:p>
            <a:pPr indent="-273050" lvl="0" marL="40005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2"/>
          <p:cNvPicPr preferRelativeResize="0"/>
          <p:nvPr/>
        </p:nvPicPr>
        <p:blipFill rotWithShape="1">
          <a:blip r:embed="rId3">
            <a:alphaModFix/>
          </a:blip>
          <a:srcRect b="0" l="2216" r="66686" t="9423"/>
          <a:stretch/>
        </p:blipFill>
        <p:spPr>
          <a:xfrm>
            <a:off x="10018589" y="95410"/>
            <a:ext cx="2101850" cy="555243"/>
          </a:xfrm>
          <a:prstGeom prst="rect">
            <a:avLst/>
          </a:prstGeom>
          <a:solidFill>
            <a:srgbClr val="D8D8D8"/>
          </a:solidFill>
          <a:ln>
            <a:noFill/>
          </a:ln>
        </p:spPr>
      </p:pic>
      <p:sp>
        <p:nvSpPr>
          <p:cNvPr id="246" name="Google Shape;246;p2"/>
          <p:cNvSpPr txBox="1"/>
          <p:nvPr/>
        </p:nvSpPr>
        <p:spPr>
          <a:xfrm>
            <a:off x="10686398" y="243578"/>
            <a:ext cx="1448858" cy="266430"/>
          </a:xfrm>
          <a:prstGeom prst="rect">
            <a:avLst/>
          </a:prstGeom>
          <a:noFill/>
          <a:ln>
            <a:noFill/>
          </a:ln>
        </p:spPr>
        <p:txBody>
          <a:bodyPr anchorCtr="0" anchor="t" bIns="30250" lIns="60450" spcFirstLastPara="1" rIns="60450" wrap="square" tIns="30250">
            <a:spAutoFit/>
          </a:bodyPr>
          <a:lstStyle/>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KEMENTERIAN PERHUBUNGAN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REPUBLIK INDONESIA</a:t>
            </a:r>
            <a:endParaRPr b="0" i="0" sz="1400" u="none" cap="none" strike="noStrike">
              <a:solidFill>
                <a:srgbClr val="000000"/>
              </a:solidFill>
              <a:latin typeface="Arial"/>
              <a:ea typeface="Arial"/>
              <a:cs typeface="Arial"/>
              <a:sym typeface="Arial"/>
            </a:endParaRPr>
          </a:p>
        </p:txBody>
      </p:sp>
      <p:pic>
        <p:nvPicPr>
          <p:cNvPr id="247" name="Google Shape;247;p2"/>
          <p:cNvPicPr preferRelativeResize="0"/>
          <p:nvPr/>
        </p:nvPicPr>
        <p:blipFill rotWithShape="1">
          <a:blip r:embed="rId4">
            <a:alphaModFix/>
          </a:blip>
          <a:srcRect b="0" l="0" r="0" t="0"/>
          <a:stretch/>
        </p:blipFill>
        <p:spPr>
          <a:xfrm>
            <a:off x="10440864" y="241461"/>
            <a:ext cx="245533" cy="282575"/>
          </a:xfrm>
          <a:prstGeom prst="rect">
            <a:avLst/>
          </a:prstGeom>
          <a:noFill/>
          <a:ln>
            <a:noFill/>
          </a:ln>
        </p:spPr>
      </p:pic>
      <p:sp>
        <p:nvSpPr>
          <p:cNvPr id="248" name="Google Shape;248;p2"/>
          <p:cNvSpPr/>
          <p:nvPr/>
        </p:nvSpPr>
        <p:spPr>
          <a:xfrm>
            <a:off x="10068331" y="221353"/>
            <a:ext cx="298450" cy="28892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49" name="Google Shape;249;p2"/>
          <p:cNvSpPr txBox="1"/>
          <p:nvPr/>
        </p:nvSpPr>
        <p:spPr>
          <a:xfrm>
            <a:off x="177000" y="47593"/>
            <a:ext cx="9891331" cy="377882"/>
          </a:xfrm>
          <a:prstGeom prst="rect">
            <a:avLst/>
          </a:prstGeom>
          <a:noFill/>
          <a:ln>
            <a:noFill/>
          </a:ln>
        </p:spPr>
        <p:txBody>
          <a:bodyPr anchorCtr="0" anchor="t" bIns="0" lIns="0" spcFirstLastPara="1" rIns="0" wrap="square" tIns="8450">
            <a:spAutoFit/>
          </a:bodyPr>
          <a:lstStyle/>
          <a:p>
            <a:pPr indent="0" lvl="0" marL="8467" marR="0" rtl="0" algn="l">
              <a:lnSpc>
                <a:spcPct val="100000"/>
              </a:lnSpc>
              <a:spcBef>
                <a:spcPts val="0"/>
              </a:spcBef>
              <a:spcAft>
                <a:spcPts val="0"/>
              </a:spcAft>
              <a:buClr>
                <a:srgbClr val="000000"/>
              </a:buClr>
              <a:buSzPts val="2400"/>
              <a:buFont typeface="Arial"/>
              <a:buNone/>
            </a:pPr>
            <a:r>
              <a:rPr b="1" i="0" lang="en-US" sz="2400" u="none" cap="none" strike="noStrike">
                <a:solidFill>
                  <a:srgbClr val="001F5F"/>
                </a:solidFill>
                <a:latin typeface="Calibri"/>
                <a:ea typeface="Calibri"/>
                <a:cs typeface="Calibri"/>
                <a:sym typeface="Calibri"/>
              </a:rPr>
              <a:t>SEJARAH PENCALONAN INDONESIA MENJADI ANGGOTA DEWAN ICAO</a:t>
            </a:r>
            <a:endParaRPr b="1" i="0" sz="2400" u="none" cap="none" strike="noStrike">
              <a:solidFill>
                <a:srgbClr val="001F5F"/>
              </a:solidFill>
              <a:latin typeface="Calibri"/>
              <a:ea typeface="Calibri"/>
              <a:cs typeface="Calibri"/>
              <a:sym typeface="Calibri"/>
            </a:endParaRPr>
          </a:p>
        </p:txBody>
      </p:sp>
      <p:sp>
        <p:nvSpPr>
          <p:cNvPr id="250" name="Google Shape;250;p2"/>
          <p:cNvSpPr txBox="1"/>
          <p:nvPr/>
        </p:nvSpPr>
        <p:spPr>
          <a:xfrm>
            <a:off x="11556886" y="6416675"/>
            <a:ext cx="379527" cy="3651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1" i="0" lang="en-US" sz="1400" u="none" cap="none" strike="noStrike">
                <a:solidFill>
                  <a:srgbClr val="000000"/>
                </a:solidFill>
                <a:latin typeface="Quattrocento Sans"/>
                <a:ea typeface="Quattrocento Sans"/>
                <a:cs typeface="Quattrocento Sans"/>
                <a:sym typeface="Quattrocento Sans"/>
              </a:rPr>
              <a:t>‹#›</a:t>
            </a:fld>
            <a:endParaRPr b="1" i="0" sz="1400" u="none" cap="none" strike="noStrike">
              <a:solidFill>
                <a:srgbClr val="000000"/>
              </a:solidFill>
              <a:latin typeface="Quattrocento Sans"/>
              <a:ea typeface="Quattrocento Sans"/>
              <a:cs typeface="Quattrocento Sans"/>
              <a:sym typeface="Quattrocento Sans"/>
            </a:endParaRPr>
          </a:p>
        </p:txBody>
      </p:sp>
      <p:cxnSp>
        <p:nvCxnSpPr>
          <p:cNvPr id="251" name="Google Shape;251;p2"/>
          <p:cNvCxnSpPr/>
          <p:nvPr/>
        </p:nvCxnSpPr>
        <p:spPr>
          <a:xfrm>
            <a:off x="11644313" y="6484937"/>
            <a:ext cx="0" cy="177800"/>
          </a:xfrm>
          <a:prstGeom prst="straightConnector1">
            <a:avLst/>
          </a:prstGeom>
          <a:noFill/>
          <a:ln cap="flat" cmpd="sng" w="38100">
            <a:solidFill>
              <a:schemeClr val="dk1"/>
            </a:solidFill>
            <a:prstDash val="solid"/>
            <a:round/>
            <a:headEnd len="sm" w="sm" type="none"/>
            <a:tailEnd len="sm" w="sm" type="none"/>
          </a:ln>
        </p:spPr>
      </p:cxnSp>
      <p:sp>
        <p:nvSpPr>
          <p:cNvPr id="252" name="Google Shape;252;p2"/>
          <p:cNvSpPr/>
          <p:nvPr/>
        </p:nvSpPr>
        <p:spPr>
          <a:xfrm>
            <a:off x="332854" y="1563624"/>
            <a:ext cx="1250315" cy="1252855"/>
          </a:xfrm>
          <a:custGeom>
            <a:rect b="b" l="l" r="r" t="t"/>
            <a:pathLst>
              <a:path extrusionOk="0" h="1252854" w="1250315">
                <a:moveTo>
                  <a:pt x="1125105" y="0"/>
                </a:moveTo>
                <a:lnTo>
                  <a:pt x="125018" y="0"/>
                </a:lnTo>
                <a:lnTo>
                  <a:pt x="76354" y="9828"/>
                </a:lnTo>
                <a:lnTo>
                  <a:pt x="36615" y="36623"/>
                </a:lnTo>
                <a:lnTo>
                  <a:pt x="9824" y="76348"/>
                </a:lnTo>
                <a:lnTo>
                  <a:pt x="0" y="124967"/>
                </a:lnTo>
                <a:lnTo>
                  <a:pt x="0" y="1127759"/>
                </a:lnTo>
                <a:lnTo>
                  <a:pt x="9824" y="1176432"/>
                </a:lnTo>
                <a:lnTo>
                  <a:pt x="36615" y="1216152"/>
                </a:lnTo>
                <a:lnTo>
                  <a:pt x="76354" y="1242917"/>
                </a:lnTo>
                <a:lnTo>
                  <a:pt x="125018" y="1252727"/>
                </a:lnTo>
                <a:lnTo>
                  <a:pt x="1125105" y="1252727"/>
                </a:lnTo>
                <a:lnTo>
                  <a:pt x="1173798" y="1242917"/>
                </a:lnTo>
                <a:lnTo>
                  <a:pt x="1213561" y="1216152"/>
                </a:lnTo>
                <a:lnTo>
                  <a:pt x="1240370" y="1176432"/>
                </a:lnTo>
                <a:lnTo>
                  <a:pt x="1250200" y="1127759"/>
                </a:lnTo>
                <a:lnTo>
                  <a:pt x="1250200" y="124967"/>
                </a:lnTo>
                <a:lnTo>
                  <a:pt x="1240370" y="76348"/>
                </a:lnTo>
                <a:lnTo>
                  <a:pt x="1213561" y="36623"/>
                </a:lnTo>
                <a:lnTo>
                  <a:pt x="1173798" y="9828"/>
                </a:lnTo>
                <a:lnTo>
                  <a:pt x="1125105" y="0"/>
                </a:lnTo>
                <a:close/>
              </a:path>
            </a:pathLst>
          </a:custGeom>
          <a:solidFill>
            <a:srgbClr val="5B9BD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53" name="Google Shape;253;p2"/>
          <p:cNvSpPr txBox="1"/>
          <p:nvPr/>
        </p:nvSpPr>
        <p:spPr>
          <a:xfrm>
            <a:off x="405485" y="1610995"/>
            <a:ext cx="1110895" cy="228268"/>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1962 – 2001</a:t>
            </a:r>
            <a:endParaRPr b="0" i="0" sz="1400" u="none" cap="none" strike="noStrike">
              <a:solidFill>
                <a:srgbClr val="000000"/>
              </a:solidFill>
              <a:latin typeface="Calibri"/>
              <a:ea typeface="Calibri"/>
              <a:cs typeface="Calibri"/>
              <a:sym typeface="Calibri"/>
            </a:endParaRPr>
          </a:p>
        </p:txBody>
      </p:sp>
      <p:grpSp>
        <p:nvGrpSpPr>
          <p:cNvPr id="254" name="Google Shape;254;p2"/>
          <p:cNvGrpSpPr/>
          <p:nvPr/>
        </p:nvGrpSpPr>
        <p:grpSpPr>
          <a:xfrm>
            <a:off x="588911" y="2063750"/>
            <a:ext cx="1250315" cy="1670685"/>
            <a:chOff x="578243" y="3116833"/>
            <a:chExt cx="1250315" cy="1670685"/>
          </a:xfrm>
        </p:grpSpPr>
        <p:sp>
          <p:nvSpPr>
            <p:cNvPr id="255" name="Google Shape;255;p2"/>
            <p:cNvSpPr/>
            <p:nvPr/>
          </p:nvSpPr>
          <p:spPr>
            <a:xfrm>
              <a:off x="578243" y="3116833"/>
              <a:ext cx="1250315" cy="1670685"/>
            </a:xfrm>
            <a:custGeom>
              <a:rect b="b" l="l" r="r" t="t"/>
              <a:pathLst>
                <a:path extrusionOk="0" h="1670685" w="1250314">
                  <a:moveTo>
                    <a:pt x="1125207" y="0"/>
                  </a:moveTo>
                  <a:lnTo>
                    <a:pt x="125018" y="0"/>
                  </a:lnTo>
                  <a:lnTo>
                    <a:pt x="76354" y="9810"/>
                  </a:lnTo>
                  <a:lnTo>
                    <a:pt x="36615" y="36575"/>
                  </a:lnTo>
                  <a:lnTo>
                    <a:pt x="9824" y="76295"/>
                  </a:lnTo>
                  <a:lnTo>
                    <a:pt x="0" y="124967"/>
                  </a:lnTo>
                  <a:lnTo>
                    <a:pt x="0" y="1545335"/>
                  </a:lnTo>
                  <a:lnTo>
                    <a:pt x="9824" y="1594008"/>
                  </a:lnTo>
                  <a:lnTo>
                    <a:pt x="36615" y="1633727"/>
                  </a:lnTo>
                  <a:lnTo>
                    <a:pt x="76354" y="1660493"/>
                  </a:lnTo>
                  <a:lnTo>
                    <a:pt x="125018" y="1670303"/>
                  </a:lnTo>
                  <a:lnTo>
                    <a:pt x="1125207" y="1670303"/>
                  </a:lnTo>
                  <a:lnTo>
                    <a:pt x="1173826" y="1660493"/>
                  </a:lnTo>
                  <a:lnTo>
                    <a:pt x="1213551" y="1633727"/>
                  </a:lnTo>
                  <a:lnTo>
                    <a:pt x="1240346" y="1594008"/>
                  </a:lnTo>
                  <a:lnTo>
                    <a:pt x="1250175" y="1545335"/>
                  </a:lnTo>
                  <a:lnTo>
                    <a:pt x="1250175" y="124967"/>
                  </a:lnTo>
                  <a:lnTo>
                    <a:pt x="1240346" y="76295"/>
                  </a:lnTo>
                  <a:lnTo>
                    <a:pt x="1213551" y="36575"/>
                  </a:lnTo>
                  <a:lnTo>
                    <a:pt x="1173826" y="9810"/>
                  </a:lnTo>
                  <a:lnTo>
                    <a:pt x="1125207" y="0"/>
                  </a:lnTo>
                  <a:close/>
                </a:path>
              </a:pathLst>
            </a:custGeom>
            <a:solidFill>
              <a:srgbClr val="FFFFFF">
                <a:alpha val="8941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56" name="Google Shape;256;p2"/>
            <p:cNvSpPr/>
            <p:nvPr/>
          </p:nvSpPr>
          <p:spPr>
            <a:xfrm>
              <a:off x="578243" y="3116833"/>
              <a:ext cx="1250315" cy="1670685"/>
            </a:xfrm>
            <a:custGeom>
              <a:rect b="b" l="l" r="r" t="t"/>
              <a:pathLst>
                <a:path extrusionOk="0" h="1670685" w="1250314">
                  <a:moveTo>
                    <a:pt x="0" y="124967"/>
                  </a:moveTo>
                  <a:lnTo>
                    <a:pt x="9824" y="76295"/>
                  </a:lnTo>
                  <a:lnTo>
                    <a:pt x="36615" y="36575"/>
                  </a:lnTo>
                  <a:lnTo>
                    <a:pt x="76354" y="9810"/>
                  </a:lnTo>
                  <a:lnTo>
                    <a:pt x="125018" y="0"/>
                  </a:lnTo>
                  <a:lnTo>
                    <a:pt x="1125207" y="0"/>
                  </a:lnTo>
                  <a:lnTo>
                    <a:pt x="1173826" y="9810"/>
                  </a:lnTo>
                  <a:lnTo>
                    <a:pt x="1213551" y="36575"/>
                  </a:lnTo>
                  <a:lnTo>
                    <a:pt x="1240346" y="76295"/>
                  </a:lnTo>
                  <a:lnTo>
                    <a:pt x="1250175" y="124967"/>
                  </a:lnTo>
                  <a:lnTo>
                    <a:pt x="1250175" y="1545335"/>
                  </a:lnTo>
                  <a:lnTo>
                    <a:pt x="1240346" y="1594008"/>
                  </a:lnTo>
                  <a:lnTo>
                    <a:pt x="1213551" y="1633727"/>
                  </a:lnTo>
                  <a:lnTo>
                    <a:pt x="1173826" y="1660493"/>
                  </a:lnTo>
                  <a:lnTo>
                    <a:pt x="1125207" y="1670303"/>
                  </a:lnTo>
                  <a:lnTo>
                    <a:pt x="125018" y="1670303"/>
                  </a:lnTo>
                  <a:lnTo>
                    <a:pt x="76354" y="1660493"/>
                  </a:lnTo>
                  <a:lnTo>
                    <a:pt x="36615" y="1633727"/>
                  </a:lnTo>
                  <a:lnTo>
                    <a:pt x="9824" y="1594008"/>
                  </a:lnTo>
                  <a:lnTo>
                    <a:pt x="0" y="1545335"/>
                  </a:lnTo>
                  <a:lnTo>
                    <a:pt x="0" y="124967"/>
                  </a:lnTo>
                  <a:close/>
                </a:path>
              </a:pathLst>
            </a:custGeom>
            <a:noFill/>
            <a:ln cap="flat" cmpd="sng" w="12700">
              <a:solidFill>
                <a:srgbClr val="5B9BD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grpSp>
      <p:sp>
        <p:nvSpPr>
          <p:cNvPr id="257" name="Google Shape;257;p2"/>
          <p:cNvSpPr txBox="1"/>
          <p:nvPr/>
        </p:nvSpPr>
        <p:spPr>
          <a:xfrm>
            <a:off x="698398" y="2147697"/>
            <a:ext cx="1074140" cy="703334"/>
          </a:xfrm>
          <a:prstGeom prst="rect">
            <a:avLst/>
          </a:prstGeom>
          <a:noFill/>
          <a:ln>
            <a:noFill/>
          </a:ln>
        </p:spPr>
        <p:txBody>
          <a:bodyPr anchorCtr="0" anchor="t" bIns="0" lIns="0" spcFirstLastPara="1" rIns="0" wrap="square" tIns="30475">
            <a:spAutoFit/>
          </a:bodyPr>
          <a:lstStyle/>
          <a:p>
            <a:pPr indent="-114300" lvl="0" marL="127000" marR="5080" rtl="0" algn="l">
              <a:lnSpc>
                <a:spcPct val="94285"/>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Indonesia Menjadi Anggota Dewan ICAO</a:t>
            </a:r>
            <a:endParaRPr b="0" i="0" sz="1400" u="none" cap="none" strike="noStrike">
              <a:solidFill>
                <a:srgbClr val="000000"/>
              </a:solidFill>
              <a:latin typeface="Calibri"/>
              <a:ea typeface="Calibri"/>
              <a:cs typeface="Calibri"/>
              <a:sym typeface="Calibri"/>
            </a:endParaRPr>
          </a:p>
        </p:txBody>
      </p:sp>
      <p:sp>
        <p:nvSpPr>
          <p:cNvPr id="258" name="Google Shape;258;p2"/>
          <p:cNvSpPr/>
          <p:nvPr/>
        </p:nvSpPr>
        <p:spPr>
          <a:xfrm>
            <a:off x="1772538" y="1657986"/>
            <a:ext cx="401955" cy="311785"/>
          </a:xfrm>
          <a:custGeom>
            <a:rect b="b" l="l" r="r" t="t"/>
            <a:pathLst>
              <a:path extrusionOk="0" h="311785" w="401955">
                <a:moveTo>
                  <a:pt x="246126" y="0"/>
                </a:moveTo>
                <a:lnTo>
                  <a:pt x="246126" y="62229"/>
                </a:lnTo>
                <a:lnTo>
                  <a:pt x="0" y="62229"/>
                </a:lnTo>
                <a:lnTo>
                  <a:pt x="0" y="249046"/>
                </a:lnTo>
                <a:lnTo>
                  <a:pt x="246126" y="249046"/>
                </a:lnTo>
                <a:lnTo>
                  <a:pt x="246126" y="311276"/>
                </a:lnTo>
                <a:lnTo>
                  <a:pt x="401828" y="155701"/>
                </a:lnTo>
                <a:lnTo>
                  <a:pt x="246126" y="0"/>
                </a:lnTo>
                <a:close/>
              </a:path>
            </a:pathLst>
          </a:custGeom>
          <a:solidFill>
            <a:srgbClr val="B5CA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59" name="Google Shape;259;p2"/>
          <p:cNvSpPr/>
          <p:nvPr/>
        </p:nvSpPr>
        <p:spPr>
          <a:xfrm>
            <a:off x="2341118" y="1563624"/>
            <a:ext cx="1250315" cy="1252855"/>
          </a:xfrm>
          <a:custGeom>
            <a:rect b="b" l="l" r="r" t="t"/>
            <a:pathLst>
              <a:path extrusionOk="0" h="1252854" w="1250314">
                <a:moveTo>
                  <a:pt x="1125220" y="0"/>
                </a:moveTo>
                <a:lnTo>
                  <a:pt x="124968" y="0"/>
                </a:lnTo>
                <a:lnTo>
                  <a:pt x="76348" y="9828"/>
                </a:lnTo>
                <a:lnTo>
                  <a:pt x="36623" y="36623"/>
                </a:lnTo>
                <a:lnTo>
                  <a:pt x="9828" y="76348"/>
                </a:lnTo>
                <a:lnTo>
                  <a:pt x="0" y="124967"/>
                </a:lnTo>
                <a:lnTo>
                  <a:pt x="0" y="1127759"/>
                </a:lnTo>
                <a:lnTo>
                  <a:pt x="9828" y="1176432"/>
                </a:lnTo>
                <a:lnTo>
                  <a:pt x="36623" y="1216152"/>
                </a:lnTo>
                <a:lnTo>
                  <a:pt x="76348" y="1242917"/>
                </a:lnTo>
                <a:lnTo>
                  <a:pt x="124968" y="1252727"/>
                </a:lnTo>
                <a:lnTo>
                  <a:pt x="1125220" y="1252727"/>
                </a:lnTo>
                <a:lnTo>
                  <a:pt x="1173839" y="1242917"/>
                </a:lnTo>
                <a:lnTo>
                  <a:pt x="1213564" y="1216152"/>
                </a:lnTo>
                <a:lnTo>
                  <a:pt x="1240359" y="1176432"/>
                </a:lnTo>
                <a:lnTo>
                  <a:pt x="1250188" y="1127759"/>
                </a:lnTo>
                <a:lnTo>
                  <a:pt x="1250188" y="124967"/>
                </a:lnTo>
                <a:lnTo>
                  <a:pt x="1240359" y="76348"/>
                </a:lnTo>
                <a:lnTo>
                  <a:pt x="1213564" y="36623"/>
                </a:lnTo>
                <a:lnTo>
                  <a:pt x="1173839" y="9828"/>
                </a:lnTo>
                <a:lnTo>
                  <a:pt x="1125220" y="0"/>
                </a:lnTo>
                <a:close/>
              </a:path>
            </a:pathLst>
          </a:custGeom>
          <a:solidFill>
            <a:srgbClr val="C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60" name="Google Shape;260;p2"/>
          <p:cNvSpPr txBox="1"/>
          <p:nvPr/>
        </p:nvSpPr>
        <p:spPr>
          <a:xfrm>
            <a:off x="2414143" y="1610995"/>
            <a:ext cx="1099820" cy="44371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2001, 2004, 2007</a:t>
            </a:r>
            <a:endParaRPr b="0" i="0" sz="1400" u="none" cap="none" strike="noStrike">
              <a:solidFill>
                <a:srgbClr val="000000"/>
              </a:solidFill>
              <a:latin typeface="Calibri"/>
              <a:ea typeface="Calibri"/>
              <a:cs typeface="Calibri"/>
              <a:sym typeface="Calibri"/>
            </a:endParaRPr>
          </a:p>
        </p:txBody>
      </p:sp>
      <p:grpSp>
        <p:nvGrpSpPr>
          <p:cNvPr id="261" name="Google Shape;261;p2"/>
          <p:cNvGrpSpPr/>
          <p:nvPr/>
        </p:nvGrpSpPr>
        <p:grpSpPr>
          <a:xfrm>
            <a:off x="2597150" y="2063750"/>
            <a:ext cx="1250315" cy="1670685"/>
            <a:chOff x="2586482" y="3116833"/>
            <a:chExt cx="1250315" cy="1670685"/>
          </a:xfrm>
        </p:grpSpPr>
        <p:sp>
          <p:nvSpPr>
            <p:cNvPr id="262" name="Google Shape;262;p2"/>
            <p:cNvSpPr/>
            <p:nvPr/>
          </p:nvSpPr>
          <p:spPr>
            <a:xfrm>
              <a:off x="2586482" y="3116833"/>
              <a:ext cx="1250315" cy="1670685"/>
            </a:xfrm>
            <a:custGeom>
              <a:rect b="b" l="l" r="r" t="t"/>
              <a:pathLst>
                <a:path extrusionOk="0" h="1670685" w="1250314">
                  <a:moveTo>
                    <a:pt x="1125220" y="0"/>
                  </a:moveTo>
                  <a:lnTo>
                    <a:pt x="125094" y="0"/>
                  </a:lnTo>
                  <a:lnTo>
                    <a:pt x="76402" y="9810"/>
                  </a:lnTo>
                  <a:lnTo>
                    <a:pt x="36639" y="36575"/>
                  </a:lnTo>
                  <a:lnTo>
                    <a:pt x="9830" y="76295"/>
                  </a:lnTo>
                  <a:lnTo>
                    <a:pt x="0" y="124967"/>
                  </a:lnTo>
                  <a:lnTo>
                    <a:pt x="0" y="1545335"/>
                  </a:lnTo>
                  <a:lnTo>
                    <a:pt x="9830" y="1594008"/>
                  </a:lnTo>
                  <a:lnTo>
                    <a:pt x="36639" y="1633727"/>
                  </a:lnTo>
                  <a:lnTo>
                    <a:pt x="76402" y="1660493"/>
                  </a:lnTo>
                  <a:lnTo>
                    <a:pt x="125094" y="1670303"/>
                  </a:lnTo>
                  <a:lnTo>
                    <a:pt x="1125220" y="1670303"/>
                  </a:lnTo>
                  <a:lnTo>
                    <a:pt x="1173892" y="1660493"/>
                  </a:lnTo>
                  <a:lnTo>
                    <a:pt x="1213612" y="1633727"/>
                  </a:lnTo>
                  <a:lnTo>
                    <a:pt x="1240377" y="1594008"/>
                  </a:lnTo>
                  <a:lnTo>
                    <a:pt x="1250188" y="1545335"/>
                  </a:lnTo>
                  <a:lnTo>
                    <a:pt x="1250188" y="124967"/>
                  </a:lnTo>
                  <a:lnTo>
                    <a:pt x="1240377" y="76295"/>
                  </a:lnTo>
                  <a:lnTo>
                    <a:pt x="1213611" y="36575"/>
                  </a:lnTo>
                  <a:lnTo>
                    <a:pt x="1173892" y="9810"/>
                  </a:lnTo>
                  <a:lnTo>
                    <a:pt x="1125220" y="0"/>
                  </a:lnTo>
                  <a:close/>
                </a:path>
              </a:pathLst>
            </a:custGeom>
            <a:solidFill>
              <a:srgbClr val="FFFFFF">
                <a:alpha val="8941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63" name="Google Shape;263;p2"/>
            <p:cNvSpPr/>
            <p:nvPr/>
          </p:nvSpPr>
          <p:spPr>
            <a:xfrm>
              <a:off x="2586482" y="3116833"/>
              <a:ext cx="1250315" cy="1670685"/>
            </a:xfrm>
            <a:custGeom>
              <a:rect b="b" l="l" r="r" t="t"/>
              <a:pathLst>
                <a:path extrusionOk="0" h="1670685" w="1250314">
                  <a:moveTo>
                    <a:pt x="0" y="124967"/>
                  </a:moveTo>
                  <a:lnTo>
                    <a:pt x="9830" y="76295"/>
                  </a:lnTo>
                  <a:lnTo>
                    <a:pt x="36639" y="36575"/>
                  </a:lnTo>
                  <a:lnTo>
                    <a:pt x="76402" y="9810"/>
                  </a:lnTo>
                  <a:lnTo>
                    <a:pt x="125094" y="0"/>
                  </a:lnTo>
                  <a:lnTo>
                    <a:pt x="1125220" y="0"/>
                  </a:lnTo>
                  <a:lnTo>
                    <a:pt x="1173892" y="9810"/>
                  </a:lnTo>
                  <a:lnTo>
                    <a:pt x="1213611" y="36575"/>
                  </a:lnTo>
                  <a:lnTo>
                    <a:pt x="1240377" y="76295"/>
                  </a:lnTo>
                  <a:lnTo>
                    <a:pt x="1250188" y="124967"/>
                  </a:lnTo>
                  <a:lnTo>
                    <a:pt x="1250188" y="1545335"/>
                  </a:lnTo>
                  <a:lnTo>
                    <a:pt x="1240377" y="1594008"/>
                  </a:lnTo>
                  <a:lnTo>
                    <a:pt x="1213612" y="1633727"/>
                  </a:lnTo>
                  <a:lnTo>
                    <a:pt x="1173892" y="1660493"/>
                  </a:lnTo>
                  <a:lnTo>
                    <a:pt x="1125220" y="1670303"/>
                  </a:lnTo>
                  <a:lnTo>
                    <a:pt x="125094" y="1670303"/>
                  </a:lnTo>
                  <a:lnTo>
                    <a:pt x="76402" y="1660493"/>
                  </a:lnTo>
                  <a:lnTo>
                    <a:pt x="36639" y="1633727"/>
                  </a:lnTo>
                  <a:lnTo>
                    <a:pt x="9830" y="1594008"/>
                  </a:lnTo>
                  <a:lnTo>
                    <a:pt x="0" y="1545335"/>
                  </a:lnTo>
                  <a:lnTo>
                    <a:pt x="0" y="124967"/>
                  </a:lnTo>
                  <a:close/>
                </a:path>
              </a:pathLst>
            </a:custGeom>
            <a:noFill/>
            <a:ln cap="flat" cmpd="sng" w="12700">
              <a:solidFill>
                <a:srgbClr val="5B9BD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grpSp>
      <p:sp>
        <p:nvSpPr>
          <p:cNvPr id="264" name="Google Shape;264;p2"/>
          <p:cNvSpPr txBox="1"/>
          <p:nvPr/>
        </p:nvSpPr>
        <p:spPr>
          <a:xfrm>
            <a:off x="2706750" y="2147697"/>
            <a:ext cx="1051180" cy="1217385"/>
          </a:xfrm>
          <a:prstGeom prst="rect">
            <a:avLst/>
          </a:prstGeom>
          <a:noFill/>
          <a:ln>
            <a:noFill/>
          </a:ln>
        </p:spPr>
        <p:txBody>
          <a:bodyPr anchorCtr="0" anchor="t" bIns="0" lIns="0" spcFirstLastPara="1" rIns="0" wrap="square" tIns="27925">
            <a:spAutoFit/>
          </a:bodyPr>
          <a:lstStyle/>
          <a:p>
            <a:pPr indent="-114300" lvl="0" marL="127000" marR="5080" rtl="0" algn="l">
              <a:lnSpc>
                <a:spcPct val="915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Indonesia gagal dalam pencalonan menjadi Anggota Dewan ICAO</a:t>
            </a:r>
            <a:endParaRPr b="0" i="0" sz="1400" u="none" cap="none" strike="noStrike">
              <a:solidFill>
                <a:srgbClr val="000000"/>
              </a:solidFill>
              <a:latin typeface="Calibri"/>
              <a:ea typeface="Calibri"/>
              <a:cs typeface="Calibri"/>
              <a:sym typeface="Calibri"/>
            </a:endParaRPr>
          </a:p>
        </p:txBody>
      </p:sp>
      <p:sp>
        <p:nvSpPr>
          <p:cNvPr id="265" name="Google Shape;265;p2"/>
          <p:cNvSpPr/>
          <p:nvPr/>
        </p:nvSpPr>
        <p:spPr>
          <a:xfrm>
            <a:off x="3780789" y="1657986"/>
            <a:ext cx="401955" cy="311785"/>
          </a:xfrm>
          <a:custGeom>
            <a:rect b="b" l="l" r="r" t="t"/>
            <a:pathLst>
              <a:path extrusionOk="0" h="311785" w="401954">
                <a:moveTo>
                  <a:pt x="246252" y="0"/>
                </a:moveTo>
                <a:lnTo>
                  <a:pt x="246252" y="62229"/>
                </a:lnTo>
                <a:lnTo>
                  <a:pt x="0" y="62229"/>
                </a:lnTo>
                <a:lnTo>
                  <a:pt x="0" y="249046"/>
                </a:lnTo>
                <a:lnTo>
                  <a:pt x="246252" y="249046"/>
                </a:lnTo>
                <a:lnTo>
                  <a:pt x="246252" y="311276"/>
                </a:lnTo>
                <a:lnTo>
                  <a:pt x="401827" y="155701"/>
                </a:lnTo>
                <a:lnTo>
                  <a:pt x="246252" y="0"/>
                </a:lnTo>
                <a:close/>
              </a:path>
            </a:pathLst>
          </a:custGeom>
          <a:solidFill>
            <a:srgbClr val="B5CA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66" name="Google Shape;266;p2"/>
          <p:cNvSpPr/>
          <p:nvPr/>
        </p:nvSpPr>
        <p:spPr>
          <a:xfrm>
            <a:off x="4349369" y="1563624"/>
            <a:ext cx="1250315" cy="1252855"/>
          </a:xfrm>
          <a:custGeom>
            <a:rect b="b" l="l" r="r" t="t"/>
            <a:pathLst>
              <a:path extrusionOk="0" h="1252854" w="1250314">
                <a:moveTo>
                  <a:pt x="1125220" y="0"/>
                </a:moveTo>
                <a:lnTo>
                  <a:pt x="125095" y="0"/>
                </a:lnTo>
                <a:lnTo>
                  <a:pt x="76402" y="9828"/>
                </a:lnTo>
                <a:lnTo>
                  <a:pt x="36639" y="36623"/>
                </a:lnTo>
                <a:lnTo>
                  <a:pt x="9830" y="76348"/>
                </a:lnTo>
                <a:lnTo>
                  <a:pt x="0" y="124967"/>
                </a:lnTo>
                <a:lnTo>
                  <a:pt x="0" y="1127759"/>
                </a:lnTo>
                <a:lnTo>
                  <a:pt x="9830" y="1176432"/>
                </a:lnTo>
                <a:lnTo>
                  <a:pt x="36639" y="1216152"/>
                </a:lnTo>
                <a:lnTo>
                  <a:pt x="76402" y="1242917"/>
                </a:lnTo>
                <a:lnTo>
                  <a:pt x="125095" y="1252727"/>
                </a:lnTo>
                <a:lnTo>
                  <a:pt x="1125220" y="1252727"/>
                </a:lnTo>
                <a:lnTo>
                  <a:pt x="1173892" y="1242917"/>
                </a:lnTo>
                <a:lnTo>
                  <a:pt x="1213612" y="1216152"/>
                </a:lnTo>
                <a:lnTo>
                  <a:pt x="1240377" y="1176432"/>
                </a:lnTo>
                <a:lnTo>
                  <a:pt x="1250188" y="1127759"/>
                </a:lnTo>
                <a:lnTo>
                  <a:pt x="1250188" y="124967"/>
                </a:lnTo>
                <a:lnTo>
                  <a:pt x="1240377" y="76348"/>
                </a:lnTo>
                <a:lnTo>
                  <a:pt x="1213612" y="36623"/>
                </a:lnTo>
                <a:lnTo>
                  <a:pt x="1173892" y="9828"/>
                </a:lnTo>
                <a:lnTo>
                  <a:pt x="1125220" y="0"/>
                </a:lnTo>
                <a:close/>
              </a:path>
            </a:pathLst>
          </a:custGeom>
          <a:solidFill>
            <a:schemeClr val="accent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67" name="Google Shape;267;p2"/>
          <p:cNvSpPr txBox="1"/>
          <p:nvPr/>
        </p:nvSpPr>
        <p:spPr>
          <a:xfrm>
            <a:off x="4597566" y="1607117"/>
            <a:ext cx="864488" cy="228268"/>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2010</a:t>
            </a:r>
            <a:endParaRPr b="0" i="0" sz="1400" u="none" cap="none" strike="noStrike">
              <a:solidFill>
                <a:srgbClr val="000000"/>
              </a:solidFill>
              <a:latin typeface="Calibri"/>
              <a:ea typeface="Calibri"/>
              <a:cs typeface="Calibri"/>
              <a:sym typeface="Calibri"/>
            </a:endParaRPr>
          </a:p>
        </p:txBody>
      </p:sp>
      <p:grpSp>
        <p:nvGrpSpPr>
          <p:cNvPr id="268" name="Google Shape;268;p2"/>
          <p:cNvGrpSpPr/>
          <p:nvPr/>
        </p:nvGrpSpPr>
        <p:grpSpPr>
          <a:xfrm>
            <a:off x="4605527" y="2063750"/>
            <a:ext cx="1250315" cy="1670685"/>
            <a:chOff x="4594859" y="3116833"/>
            <a:chExt cx="1250315" cy="1670685"/>
          </a:xfrm>
        </p:grpSpPr>
        <p:sp>
          <p:nvSpPr>
            <p:cNvPr id="269" name="Google Shape;269;p2"/>
            <p:cNvSpPr/>
            <p:nvPr/>
          </p:nvSpPr>
          <p:spPr>
            <a:xfrm>
              <a:off x="4594859" y="3116833"/>
              <a:ext cx="1250315" cy="1670685"/>
            </a:xfrm>
            <a:custGeom>
              <a:rect b="b" l="l" r="r" t="t"/>
              <a:pathLst>
                <a:path extrusionOk="0" h="1670685" w="1250314">
                  <a:moveTo>
                    <a:pt x="1125092" y="0"/>
                  </a:moveTo>
                  <a:lnTo>
                    <a:pt x="124967" y="0"/>
                  </a:lnTo>
                  <a:lnTo>
                    <a:pt x="76295" y="9810"/>
                  </a:lnTo>
                  <a:lnTo>
                    <a:pt x="36575" y="36575"/>
                  </a:lnTo>
                  <a:lnTo>
                    <a:pt x="9810" y="76295"/>
                  </a:lnTo>
                  <a:lnTo>
                    <a:pt x="0" y="124967"/>
                  </a:lnTo>
                  <a:lnTo>
                    <a:pt x="0" y="1545335"/>
                  </a:lnTo>
                  <a:lnTo>
                    <a:pt x="9810" y="1594008"/>
                  </a:lnTo>
                  <a:lnTo>
                    <a:pt x="36575" y="1633727"/>
                  </a:lnTo>
                  <a:lnTo>
                    <a:pt x="76295" y="1660493"/>
                  </a:lnTo>
                  <a:lnTo>
                    <a:pt x="124967" y="1670303"/>
                  </a:lnTo>
                  <a:lnTo>
                    <a:pt x="1125092" y="1670303"/>
                  </a:lnTo>
                  <a:lnTo>
                    <a:pt x="1173765" y="1660493"/>
                  </a:lnTo>
                  <a:lnTo>
                    <a:pt x="1213485" y="1633727"/>
                  </a:lnTo>
                  <a:lnTo>
                    <a:pt x="1240250" y="1594008"/>
                  </a:lnTo>
                  <a:lnTo>
                    <a:pt x="1250061" y="1545335"/>
                  </a:lnTo>
                  <a:lnTo>
                    <a:pt x="1250061" y="124967"/>
                  </a:lnTo>
                  <a:lnTo>
                    <a:pt x="1240250" y="76295"/>
                  </a:lnTo>
                  <a:lnTo>
                    <a:pt x="1213484" y="36575"/>
                  </a:lnTo>
                  <a:lnTo>
                    <a:pt x="1173765" y="9810"/>
                  </a:lnTo>
                  <a:lnTo>
                    <a:pt x="1125092" y="0"/>
                  </a:lnTo>
                  <a:close/>
                </a:path>
              </a:pathLst>
            </a:custGeom>
            <a:solidFill>
              <a:srgbClr val="FFFFFF">
                <a:alpha val="8941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70" name="Google Shape;270;p2"/>
            <p:cNvSpPr/>
            <p:nvPr/>
          </p:nvSpPr>
          <p:spPr>
            <a:xfrm>
              <a:off x="4594859" y="3116833"/>
              <a:ext cx="1250315" cy="1670685"/>
            </a:xfrm>
            <a:custGeom>
              <a:rect b="b" l="l" r="r" t="t"/>
              <a:pathLst>
                <a:path extrusionOk="0" h="1670685" w="1250314">
                  <a:moveTo>
                    <a:pt x="0" y="124967"/>
                  </a:moveTo>
                  <a:lnTo>
                    <a:pt x="9810" y="76295"/>
                  </a:lnTo>
                  <a:lnTo>
                    <a:pt x="36575" y="36575"/>
                  </a:lnTo>
                  <a:lnTo>
                    <a:pt x="76295" y="9810"/>
                  </a:lnTo>
                  <a:lnTo>
                    <a:pt x="124967" y="0"/>
                  </a:lnTo>
                  <a:lnTo>
                    <a:pt x="1125092" y="0"/>
                  </a:lnTo>
                  <a:lnTo>
                    <a:pt x="1173765" y="9810"/>
                  </a:lnTo>
                  <a:lnTo>
                    <a:pt x="1213484" y="36575"/>
                  </a:lnTo>
                  <a:lnTo>
                    <a:pt x="1240250" y="76295"/>
                  </a:lnTo>
                  <a:lnTo>
                    <a:pt x="1250061" y="124967"/>
                  </a:lnTo>
                  <a:lnTo>
                    <a:pt x="1250061" y="1545335"/>
                  </a:lnTo>
                  <a:lnTo>
                    <a:pt x="1240250" y="1594008"/>
                  </a:lnTo>
                  <a:lnTo>
                    <a:pt x="1213485" y="1633727"/>
                  </a:lnTo>
                  <a:lnTo>
                    <a:pt x="1173765" y="1660493"/>
                  </a:lnTo>
                  <a:lnTo>
                    <a:pt x="1125092" y="1670303"/>
                  </a:lnTo>
                  <a:lnTo>
                    <a:pt x="124967" y="1670303"/>
                  </a:lnTo>
                  <a:lnTo>
                    <a:pt x="76295" y="1660493"/>
                  </a:lnTo>
                  <a:lnTo>
                    <a:pt x="36575" y="1633727"/>
                  </a:lnTo>
                  <a:lnTo>
                    <a:pt x="9810" y="1594008"/>
                  </a:lnTo>
                  <a:lnTo>
                    <a:pt x="0" y="1545335"/>
                  </a:lnTo>
                  <a:lnTo>
                    <a:pt x="0" y="124967"/>
                  </a:lnTo>
                  <a:close/>
                </a:path>
              </a:pathLst>
            </a:custGeom>
            <a:noFill/>
            <a:ln cap="flat" cmpd="sng" w="12700">
              <a:solidFill>
                <a:srgbClr val="5B9BD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grpSp>
      <p:sp>
        <p:nvSpPr>
          <p:cNvPr id="271" name="Google Shape;271;p2"/>
          <p:cNvSpPr txBox="1"/>
          <p:nvPr/>
        </p:nvSpPr>
        <p:spPr>
          <a:xfrm>
            <a:off x="4715383" y="2147697"/>
            <a:ext cx="1073785" cy="1415580"/>
          </a:xfrm>
          <a:prstGeom prst="rect">
            <a:avLst/>
          </a:prstGeom>
          <a:noFill/>
          <a:ln>
            <a:noFill/>
          </a:ln>
        </p:spPr>
        <p:txBody>
          <a:bodyPr anchorCtr="0" anchor="t" bIns="0" lIns="0" spcFirstLastPara="1" rIns="0" wrap="square" tIns="27925">
            <a:spAutoFit/>
          </a:bodyPr>
          <a:lstStyle/>
          <a:p>
            <a:pPr indent="-114300" lvl="0" marL="127000" marR="5080" rtl="0" algn="l">
              <a:lnSpc>
                <a:spcPct val="916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Indonesia tidak maju dalam pencalonan menjadi Anggota Dewan ICAO</a:t>
            </a:r>
            <a:endParaRPr b="0" i="0" sz="1400" u="none" cap="none" strike="noStrike">
              <a:solidFill>
                <a:srgbClr val="000000"/>
              </a:solidFill>
              <a:latin typeface="Calibri"/>
              <a:ea typeface="Calibri"/>
              <a:cs typeface="Calibri"/>
              <a:sym typeface="Calibri"/>
            </a:endParaRPr>
          </a:p>
        </p:txBody>
      </p:sp>
      <p:sp>
        <p:nvSpPr>
          <p:cNvPr id="272" name="Google Shape;272;p2"/>
          <p:cNvSpPr/>
          <p:nvPr/>
        </p:nvSpPr>
        <p:spPr>
          <a:xfrm>
            <a:off x="5789168" y="1657986"/>
            <a:ext cx="401955" cy="311785"/>
          </a:xfrm>
          <a:custGeom>
            <a:rect b="b" l="l" r="r" t="t"/>
            <a:pathLst>
              <a:path extrusionOk="0" h="311785" w="401954">
                <a:moveTo>
                  <a:pt x="246125" y="0"/>
                </a:moveTo>
                <a:lnTo>
                  <a:pt x="246125" y="62229"/>
                </a:lnTo>
                <a:lnTo>
                  <a:pt x="0" y="62229"/>
                </a:lnTo>
                <a:lnTo>
                  <a:pt x="0" y="249046"/>
                </a:lnTo>
                <a:lnTo>
                  <a:pt x="246125" y="249046"/>
                </a:lnTo>
                <a:lnTo>
                  <a:pt x="246125" y="311276"/>
                </a:lnTo>
                <a:lnTo>
                  <a:pt x="401700" y="155701"/>
                </a:lnTo>
                <a:lnTo>
                  <a:pt x="246125" y="0"/>
                </a:lnTo>
                <a:close/>
              </a:path>
            </a:pathLst>
          </a:custGeom>
          <a:solidFill>
            <a:srgbClr val="B5CA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73" name="Google Shape;273;p2"/>
          <p:cNvSpPr/>
          <p:nvPr/>
        </p:nvSpPr>
        <p:spPr>
          <a:xfrm>
            <a:off x="6357620" y="1563624"/>
            <a:ext cx="1250315" cy="1252855"/>
          </a:xfrm>
          <a:custGeom>
            <a:rect b="b" l="l" r="r" t="t"/>
            <a:pathLst>
              <a:path extrusionOk="0" h="1252854" w="1250315">
                <a:moveTo>
                  <a:pt x="1125220" y="0"/>
                </a:moveTo>
                <a:lnTo>
                  <a:pt x="125095" y="0"/>
                </a:lnTo>
                <a:lnTo>
                  <a:pt x="76402" y="9828"/>
                </a:lnTo>
                <a:lnTo>
                  <a:pt x="36639" y="36623"/>
                </a:lnTo>
                <a:lnTo>
                  <a:pt x="9830" y="76348"/>
                </a:lnTo>
                <a:lnTo>
                  <a:pt x="0" y="124967"/>
                </a:lnTo>
                <a:lnTo>
                  <a:pt x="0" y="1127759"/>
                </a:lnTo>
                <a:lnTo>
                  <a:pt x="9830" y="1176432"/>
                </a:lnTo>
                <a:lnTo>
                  <a:pt x="36639" y="1216152"/>
                </a:lnTo>
                <a:lnTo>
                  <a:pt x="76402" y="1242917"/>
                </a:lnTo>
                <a:lnTo>
                  <a:pt x="125095" y="1252727"/>
                </a:lnTo>
                <a:lnTo>
                  <a:pt x="1125220" y="1252727"/>
                </a:lnTo>
                <a:lnTo>
                  <a:pt x="1173892" y="1242917"/>
                </a:lnTo>
                <a:lnTo>
                  <a:pt x="1213611" y="1216152"/>
                </a:lnTo>
                <a:lnTo>
                  <a:pt x="1240377" y="1176432"/>
                </a:lnTo>
                <a:lnTo>
                  <a:pt x="1250188" y="1127759"/>
                </a:lnTo>
                <a:lnTo>
                  <a:pt x="1250188" y="124967"/>
                </a:lnTo>
                <a:lnTo>
                  <a:pt x="1240377" y="76348"/>
                </a:lnTo>
                <a:lnTo>
                  <a:pt x="1213612" y="36623"/>
                </a:lnTo>
                <a:lnTo>
                  <a:pt x="1173892" y="9828"/>
                </a:lnTo>
                <a:lnTo>
                  <a:pt x="1125220" y="0"/>
                </a:lnTo>
                <a:close/>
              </a:path>
            </a:pathLst>
          </a:custGeom>
          <a:solidFill>
            <a:srgbClr val="C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74" name="Google Shape;274;p2"/>
          <p:cNvSpPr txBox="1"/>
          <p:nvPr/>
        </p:nvSpPr>
        <p:spPr>
          <a:xfrm>
            <a:off x="6431025" y="1610995"/>
            <a:ext cx="1199769" cy="228268"/>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2013, 2016</a:t>
            </a:r>
            <a:endParaRPr b="0" i="0" sz="1400" u="none" cap="none" strike="noStrike">
              <a:solidFill>
                <a:srgbClr val="000000"/>
              </a:solidFill>
              <a:latin typeface="Calibri"/>
              <a:ea typeface="Calibri"/>
              <a:cs typeface="Calibri"/>
              <a:sym typeface="Calibri"/>
            </a:endParaRPr>
          </a:p>
        </p:txBody>
      </p:sp>
      <p:grpSp>
        <p:nvGrpSpPr>
          <p:cNvPr id="275" name="Google Shape;275;p2"/>
          <p:cNvGrpSpPr/>
          <p:nvPr/>
        </p:nvGrpSpPr>
        <p:grpSpPr>
          <a:xfrm>
            <a:off x="6613778" y="2063750"/>
            <a:ext cx="1250315" cy="1670685"/>
            <a:chOff x="6603110" y="3116833"/>
            <a:chExt cx="1250315" cy="1670685"/>
          </a:xfrm>
        </p:grpSpPr>
        <p:sp>
          <p:nvSpPr>
            <p:cNvPr id="276" name="Google Shape;276;p2"/>
            <p:cNvSpPr/>
            <p:nvPr/>
          </p:nvSpPr>
          <p:spPr>
            <a:xfrm>
              <a:off x="6603110" y="3116833"/>
              <a:ext cx="1250315" cy="1670685"/>
            </a:xfrm>
            <a:custGeom>
              <a:rect b="b" l="l" r="r" t="t"/>
              <a:pathLst>
                <a:path extrusionOk="0" h="1670685" w="1250315">
                  <a:moveTo>
                    <a:pt x="1125093" y="0"/>
                  </a:moveTo>
                  <a:lnTo>
                    <a:pt x="124968" y="0"/>
                  </a:lnTo>
                  <a:lnTo>
                    <a:pt x="76295" y="9810"/>
                  </a:lnTo>
                  <a:lnTo>
                    <a:pt x="36576" y="36575"/>
                  </a:lnTo>
                  <a:lnTo>
                    <a:pt x="9810" y="76295"/>
                  </a:lnTo>
                  <a:lnTo>
                    <a:pt x="0" y="124967"/>
                  </a:lnTo>
                  <a:lnTo>
                    <a:pt x="0" y="1545335"/>
                  </a:lnTo>
                  <a:lnTo>
                    <a:pt x="9810" y="1594008"/>
                  </a:lnTo>
                  <a:lnTo>
                    <a:pt x="36575" y="1633727"/>
                  </a:lnTo>
                  <a:lnTo>
                    <a:pt x="76295" y="1660493"/>
                  </a:lnTo>
                  <a:lnTo>
                    <a:pt x="124968" y="1670303"/>
                  </a:lnTo>
                  <a:lnTo>
                    <a:pt x="1125093" y="1670303"/>
                  </a:lnTo>
                  <a:lnTo>
                    <a:pt x="1173785" y="1660493"/>
                  </a:lnTo>
                  <a:lnTo>
                    <a:pt x="1213548" y="1633727"/>
                  </a:lnTo>
                  <a:lnTo>
                    <a:pt x="1240357" y="1594008"/>
                  </a:lnTo>
                  <a:lnTo>
                    <a:pt x="1250188" y="1545335"/>
                  </a:lnTo>
                  <a:lnTo>
                    <a:pt x="1250188" y="124967"/>
                  </a:lnTo>
                  <a:lnTo>
                    <a:pt x="1240357" y="76295"/>
                  </a:lnTo>
                  <a:lnTo>
                    <a:pt x="1213548" y="36575"/>
                  </a:lnTo>
                  <a:lnTo>
                    <a:pt x="1173785" y="9810"/>
                  </a:lnTo>
                  <a:lnTo>
                    <a:pt x="1125093" y="0"/>
                  </a:lnTo>
                  <a:close/>
                </a:path>
              </a:pathLst>
            </a:custGeom>
            <a:solidFill>
              <a:srgbClr val="FFFFFF">
                <a:alpha val="8941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77" name="Google Shape;277;p2"/>
            <p:cNvSpPr/>
            <p:nvPr/>
          </p:nvSpPr>
          <p:spPr>
            <a:xfrm>
              <a:off x="6603110" y="3116833"/>
              <a:ext cx="1250315" cy="1670685"/>
            </a:xfrm>
            <a:custGeom>
              <a:rect b="b" l="l" r="r" t="t"/>
              <a:pathLst>
                <a:path extrusionOk="0" h="1670685" w="1250315">
                  <a:moveTo>
                    <a:pt x="0" y="124967"/>
                  </a:moveTo>
                  <a:lnTo>
                    <a:pt x="9810" y="76295"/>
                  </a:lnTo>
                  <a:lnTo>
                    <a:pt x="36576" y="36575"/>
                  </a:lnTo>
                  <a:lnTo>
                    <a:pt x="76295" y="9810"/>
                  </a:lnTo>
                  <a:lnTo>
                    <a:pt x="124968" y="0"/>
                  </a:lnTo>
                  <a:lnTo>
                    <a:pt x="1125093" y="0"/>
                  </a:lnTo>
                  <a:lnTo>
                    <a:pt x="1173785" y="9810"/>
                  </a:lnTo>
                  <a:lnTo>
                    <a:pt x="1213548" y="36575"/>
                  </a:lnTo>
                  <a:lnTo>
                    <a:pt x="1240357" y="76295"/>
                  </a:lnTo>
                  <a:lnTo>
                    <a:pt x="1250188" y="124967"/>
                  </a:lnTo>
                  <a:lnTo>
                    <a:pt x="1250188" y="1545335"/>
                  </a:lnTo>
                  <a:lnTo>
                    <a:pt x="1240357" y="1594008"/>
                  </a:lnTo>
                  <a:lnTo>
                    <a:pt x="1213548" y="1633727"/>
                  </a:lnTo>
                  <a:lnTo>
                    <a:pt x="1173785" y="1660493"/>
                  </a:lnTo>
                  <a:lnTo>
                    <a:pt x="1125093" y="1670303"/>
                  </a:lnTo>
                  <a:lnTo>
                    <a:pt x="124968" y="1670303"/>
                  </a:lnTo>
                  <a:lnTo>
                    <a:pt x="76295" y="1660493"/>
                  </a:lnTo>
                  <a:lnTo>
                    <a:pt x="36575" y="1633727"/>
                  </a:lnTo>
                  <a:lnTo>
                    <a:pt x="9810" y="1594008"/>
                  </a:lnTo>
                  <a:lnTo>
                    <a:pt x="0" y="1545335"/>
                  </a:lnTo>
                  <a:lnTo>
                    <a:pt x="0" y="124967"/>
                  </a:lnTo>
                  <a:close/>
                </a:path>
              </a:pathLst>
            </a:custGeom>
            <a:noFill/>
            <a:ln cap="flat" cmpd="sng" w="12700">
              <a:solidFill>
                <a:srgbClr val="5B9BD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grpSp>
      <p:sp>
        <p:nvSpPr>
          <p:cNvPr id="278" name="Google Shape;278;p2"/>
          <p:cNvSpPr txBox="1"/>
          <p:nvPr/>
        </p:nvSpPr>
        <p:spPr>
          <a:xfrm>
            <a:off x="6724014" y="2147697"/>
            <a:ext cx="994157" cy="1415580"/>
          </a:xfrm>
          <a:prstGeom prst="rect">
            <a:avLst/>
          </a:prstGeom>
          <a:noFill/>
          <a:ln>
            <a:noFill/>
          </a:ln>
        </p:spPr>
        <p:txBody>
          <a:bodyPr anchorCtr="0" anchor="t" bIns="0" lIns="0" spcFirstLastPara="1" rIns="0" wrap="square" tIns="27925">
            <a:spAutoFit/>
          </a:bodyPr>
          <a:lstStyle/>
          <a:p>
            <a:pPr indent="-114300" lvl="0" marL="127000" marR="5080" rtl="0" algn="l">
              <a:lnSpc>
                <a:spcPct val="915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Indonesia gagal dalam pencalonan menjadi Anggota Dewan ICAO</a:t>
            </a:r>
            <a:endParaRPr b="0" i="0" sz="1400" u="none" cap="none" strike="noStrike">
              <a:solidFill>
                <a:srgbClr val="000000"/>
              </a:solidFill>
              <a:latin typeface="Calibri"/>
              <a:ea typeface="Calibri"/>
              <a:cs typeface="Calibri"/>
              <a:sym typeface="Calibri"/>
            </a:endParaRPr>
          </a:p>
        </p:txBody>
      </p:sp>
      <p:sp>
        <p:nvSpPr>
          <p:cNvPr id="279" name="Google Shape;279;p2"/>
          <p:cNvSpPr/>
          <p:nvPr/>
        </p:nvSpPr>
        <p:spPr>
          <a:xfrm>
            <a:off x="7797419" y="1657986"/>
            <a:ext cx="401955" cy="311785"/>
          </a:xfrm>
          <a:custGeom>
            <a:rect b="b" l="l" r="r" t="t"/>
            <a:pathLst>
              <a:path extrusionOk="0" h="311785" w="401954">
                <a:moveTo>
                  <a:pt x="246125" y="0"/>
                </a:moveTo>
                <a:lnTo>
                  <a:pt x="246125" y="62229"/>
                </a:lnTo>
                <a:lnTo>
                  <a:pt x="0" y="62229"/>
                </a:lnTo>
                <a:lnTo>
                  <a:pt x="0" y="249046"/>
                </a:lnTo>
                <a:lnTo>
                  <a:pt x="246125" y="249046"/>
                </a:lnTo>
                <a:lnTo>
                  <a:pt x="246125" y="311276"/>
                </a:lnTo>
                <a:lnTo>
                  <a:pt x="401700" y="155701"/>
                </a:lnTo>
                <a:lnTo>
                  <a:pt x="246125" y="0"/>
                </a:lnTo>
                <a:close/>
              </a:path>
            </a:pathLst>
          </a:custGeom>
          <a:solidFill>
            <a:srgbClr val="B5CA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80" name="Google Shape;280;p2"/>
          <p:cNvSpPr/>
          <p:nvPr/>
        </p:nvSpPr>
        <p:spPr>
          <a:xfrm>
            <a:off x="8365998" y="1563624"/>
            <a:ext cx="1250315" cy="1252855"/>
          </a:xfrm>
          <a:custGeom>
            <a:rect b="b" l="l" r="r" t="t"/>
            <a:pathLst>
              <a:path extrusionOk="0" h="1252854" w="1250315">
                <a:moveTo>
                  <a:pt x="1125093" y="0"/>
                </a:moveTo>
                <a:lnTo>
                  <a:pt x="124968" y="0"/>
                </a:lnTo>
                <a:lnTo>
                  <a:pt x="76295" y="9828"/>
                </a:lnTo>
                <a:lnTo>
                  <a:pt x="36575" y="36623"/>
                </a:lnTo>
                <a:lnTo>
                  <a:pt x="9810" y="76348"/>
                </a:lnTo>
                <a:lnTo>
                  <a:pt x="0" y="124967"/>
                </a:lnTo>
                <a:lnTo>
                  <a:pt x="0" y="1127759"/>
                </a:lnTo>
                <a:lnTo>
                  <a:pt x="9810" y="1176432"/>
                </a:lnTo>
                <a:lnTo>
                  <a:pt x="36575" y="1216152"/>
                </a:lnTo>
                <a:lnTo>
                  <a:pt x="76295" y="1242917"/>
                </a:lnTo>
                <a:lnTo>
                  <a:pt x="124968" y="1252727"/>
                </a:lnTo>
                <a:lnTo>
                  <a:pt x="1125093" y="1252727"/>
                </a:lnTo>
                <a:lnTo>
                  <a:pt x="1173785" y="1242917"/>
                </a:lnTo>
                <a:lnTo>
                  <a:pt x="1213548" y="1216152"/>
                </a:lnTo>
                <a:lnTo>
                  <a:pt x="1240357" y="1176432"/>
                </a:lnTo>
                <a:lnTo>
                  <a:pt x="1250188" y="1127759"/>
                </a:lnTo>
                <a:lnTo>
                  <a:pt x="1250188" y="124967"/>
                </a:lnTo>
                <a:lnTo>
                  <a:pt x="1240357" y="76348"/>
                </a:lnTo>
                <a:lnTo>
                  <a:pt x="1213548" y="36623"/>
                </a:lnTo>
                <a:lnTo>
                  <a:pt x="1173785" y="9828"/>
                </a:lnTo>
                <a:lnTo>
                  <a:pt x="1125093" y="0"/>
                </a:lnTo>
                <a:close/>
              </a:path>
            </a:pathLst>
          </a:custGeom>
          <a:solidFill>
            <a:schemeClr val="accent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81" name="Google Shape;281;p2"/>
          <p:cNvSpPr txBox="1"/>
          <p:nvPr/>
        </p:nvSpPr>
        <p:spPr>
          <a:xfrm>
            <a:off x="8439658" y="1610995"/>
            <a:ext cx="1199388" cy="44371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2019, 2022, 2025</a:t>
            </a:r>
            <a:endParaRPr b="0" i="0" sz="1400" u="none" cap="none" strike="noStrike">
              <a:solidFill>
                <a:srgbClr val="000000"/>
              </a:solidFill>
              <a:latin typeface="Calibri"/>
              <a:ea typeface="Calibri"/>
              <a:cs typeface="Calibri"/>
              <a:sym typeface="Calibri"/>
            </a:endParaRPr>
          </a:p>
        </p:txBody>
      </p:sp>
      <p:grpSp>
        <p:nvGrpSpPr>
          <p:cNvPr id="282" name="Google Shape;282;p2"/>
          <p:cNvGrpSpPr/>
          <p:nvPr/>
        </p:nvGrpSpPr>
        <p:grpSpPr>
          <a:xfrm>
            <a:off x="8622029" y="2063750"/>
            <a:ext cx="1250315" cy="1670685"/>
            <a:chOff x="8611361" y="3116833"/>
            <a:chExt cx="1250315" cy="1670685"/>
          </a:xfrm>
        </p:grpSpPr>
        <p:sp>
          <p:nvSpPr>
            <p:cNvPr id="283" name="Google Shape;283;p2"/>
            <p:cNvSpPr/>
            <p:nvPr/>
          </p:nvSpPr>
          <p:spPr>
            <a:xfrm>
              <a:off x="8611361" y="3116833"/>
              <a:ext cx="1250315" cy="1670685"/>
            </a:xfrm>
            <a:custGeom>
              <a:rect b="b" l="l" r="r" t="t"/>
              <a:pathLst>
                <a:path extrusionOk="0" h="1670685" w="1250315">
                  <a:moveTo>
                    <a:pt x="1125093" y="0"/>
                  </a:moveTo>
                  <a:lnTo>
                    <a:pt x="124968" y="0"/>
                  </a:lnTo>
                  <a:lnTo>
                    <a:pt x="76348" y="9810"/>
                  </a:lnTo>
                  <a:lnTo>
                    <a:pt x="36623" y="36575"/>
                  </a:lnTo>
                  <a:lnTo>
                    <a:pt x="9828" y="76295"/>
                  </a:lnTo>
                  <a:lnTo>
                    <a:pt x="0" y="124967"/>
                  </a:lnTo>
                  <a:lnTo>
                    <a:pt x="0" y="1545335"/>
                  </a:lnTo>
                  <a:lnTo>
                    <a:pt x="9828" y="1594008"/>
                  </a:lnTo>
                  <a:lnTo>
                    <a:pt x="36623" y="1633727"/>
                  </a:lnTo>
                  <a:lnTo>
                    <a:pt x="76348" y="1660493"/>
                  </a:lnTo>
                  <a:lnTo>
                    <a:pt x="124968" y="1670303"/>
                  </a:lnTo>
                  <a:lnTo>
                    <a:pt x="1125093" y="1670303"/>
                  </a:lnTo>
                  <a:lnTo>
                    <a:pt x="1173785" y="1660493"/>
                  </a:lnTo>
                  <a:lnTo>
                    <a:pt x="1213548" y="1633727"/>
                  </a:lnTo>
                  <a:lnTo>
                    <a:pt x="1240357" y="1594008"/>
                  </a:lnTo>
                  <a:lnTo>
                    <a:pt x="1250188" y="1545335"/>
                  </a:lnTo>
                  <a:lnTo>
                    <a:pt x="1250188" y="124967"/>
                  </a:lnTo>
                  <a:lnTo>
                    <a:pt x="1240357" y="76295"/>
                  </a:lnTo>
                  <a:lnTo>
                    <a:pt x="1213548" y="36575"/>
                  </a:lnTo>
                  <a:lnTo>
                    <a:pt x="1173785" y="9810"/>
                  </a:lnTo>
                  <a:lnTo>
                    <a:pt x="1125093" y="0"/>
                  </a:lnTo>
                  <a:close/>
                </a:path>
              </a:pathLst>
            </a:custGeom>
            <a:solidFill>
              <a:srgbClr val="FFFFFF">
                <a:alpha val="8941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84" name="Google Shape;284;p2"/>
            <p:cNvSpPr/>
            <p:nvPr/>
          </p:nvSpPr>
          <p:spPr>
            <a:xfrm>
              <a:off x="8611361" y="3116833"/>
              <a:ext cx="1250315" cy="1670685"/>
            </a:xfrm>
            <a:custGeom>
              <a:rect b="b" l="l" r="r" t="t"/>
              <a:pathLst>
                <a:path extrusionOk="0" h="1670685" w="1250315">
                  <a:moveTo>
                    <a:pt x="0" y="124967"/>
                  </a:moveTo>
                  <a:lnTo>
                    <a:pt x="9828" y="76295"/>
                  </a:lnTo>
                  <a:lnTo>
                    <a:pt x="36623" y="36575"/>
                  </a:lnTo>
                  <a:lnTo>
                    <a:pt x="76348" y="9810"/>
                  </a:lnTo>
                  <a:lnTo>
                    <a:pt x="124968" y="0"/>
                  </a:lnTo>
                  <a:lnTo>
                    <a:pt x="1125093" y="0"/>
                  </a:lnTo>
                  <a:lnTo>
                    <a:pt x="1173785" y="9810"/>
                  </a:lnTo>
                  <a:lnTo>
                    <a:pt x="1213548" y="36575"/>
                  </a:lnTo>
                  <a:lnTo>
                    <a:pt x="1240357" y="76295"/>
                  </a:lnTo>
                  <a:lnTo>
                    <a:pt x="1250188" y="124967"/>
                  </a:lnTo>
                  <a:lnTo>
                    <a:pt x="1250188" y="1545335"/>
                  </a:lnTo>
                  <a:lnTo>
                    <a:pt x="1240357" y="1594008"/>
                  </a:lnTo>
                  <a:lnTo>
                    <a:pt x="1213548" y="1633727"/>
                  </a:lnTo>
                  <a:lnTo>
                    <a:pt x="1173785" y="1660493"/>
                  </a:lnTo>
                  <a:lnTo>
                    <a:pt x="1125093" y="1670303"/>
                  </a:lnTo>
                  <a:lnTo>
                    <a:pt x="124968" y="1670303"/>
                  </a:lnTo>
                  <a:lnTo>
                    <a:pt x="76348" y="1660493"/>
                  </a:lnTo>
                  <a:lnTo>
                    <a:pt x="36623" y="1633727"/>
                  </a:lnTo>
                  <a:lnTo>
                    <a:pt x="9828" y="1594008"/>
                  </a:lnTo>
                  <a:lnTo>
                    <a:pt x="0" y="1545335"/>
                  </a:lnTo>
                  <a:lnTo>
                    <a:pt x="0" y="124967"/>
                  </a:lnTo>
                  <a:close/>
                </a:path>
              </a:pathLst>
            </a:custGeom>
            <a:noFill/>
            <a:ln cap="flat" cmpd="sng" w="12700">
              <a:solidFill>
                <a:srgbClr val="5B9BD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grpSp>
      <p:sp>
        <p:nvSpPr>
          <p:cNvPr id="285" name="Google Shape;285;p2"/>
          <p:cNvSpPr txBox="1"/>
          <p:nvPr/>
        </p:nvSpPr>
        <p:spPr>
          <a:xfrm>
            <a:off x="8732265" y="2147697"/>
            <a:ext cx="1050672" cy="1415580"/>
          </a:xfrm>
          <a:prstGeom prst="rect">
            <a:avLst/>
          </a:prstGeom>
          <a:noFill/>
          <a:ln>
            <a:noFill/>
          </a:ln>
        </p:spPr>
        <p:txBody>
          <a:bodyPr anchorCtr="0" anchor="t" bIns="0" lIns="0" spcFirstLastPara="1" rIns="0" wrap="square" tIns="27925">
            <a:spAutoFit/>
          </a:bodyPr>
          <a:lstStyle/>
          <a:p>
            <a:pPr indent="-114300" lvl="0" marL="127000" marR="5080" rtl="0" algn="l">
              <a:lnSpc>
                <a:spcPct val="916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Indonesia tidak maju dalam pencalonan menjadi Anggota Dewan ICAO</a:t>
            </a:r>
            <a:endParaRPr b="0" i="0" sz="1400" u="none" cap="none" strike="noStrike">
              <a:solidFill>
                <a:srgbClr val="000000"/>
              </a:solidFill>
              <a:latin typeface="Calibri"/>
              <a:ea typeface="Calibri"/>
              <a:cs typeface="Calibri"/>
              <a:sym typeface="Calibri"/>
            </a:endParaRPr>
          </a:p>
        </p:txBody>
      </p:sp>
      <p:sp>
        <p:nvSpPr>
          <p:cNvPr id="286" name="Google Shape;286;p2"/>
          <p:cNvSpPr/>
          <p:nvPr/>
        </p:nvSpPr>
        <p:spPr>
          <a:xfrm>
            <a:off x="9805670" y="1657986"/>
            <a:ext cx="401955" cy="311785"/>
          </a:xfrm>
          <a:custGeom>
            <a:rect b="b" l="l" r="r" t="t"/>
            <a:pathLst>
              <a:path extrusionOk="0" h="311785" w="401954">
                <a:moveTo>
                  <a:pt x="246125" y="0"/>
                </a:moveTo>
                <a:lnTo>
                  <a:pt x="246125" y="62229"/>
                </a:lnTo>
                <a:lnTo>
                  <a:pt x="0" y="62229"/>
                </a:lnTo>
                <a:lnTo>
                  <a:pt x="0" y="249046"/>
                </a:lnTo>
                <a:lnTo>
                  <a:pt x="246125" y="249046"/>
                </a:lnTo>
                <a:lnTo>
                  <a:pt x="246125" y="311276"/>
                </a:lnTo>
                <a:lnTo>
                  <a:pt x="401827" y="155701"/>
                </a:lnTo>
                <a:lnTo>
                  <a:pt x="246125" y="0"/>
                </a:lnTo>
                <a:close/>
              </a:path>
            </a:pathLst>
          </a:custGeom>
          <a:solidFill>
            <a:srgbClr val="B5CAE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87" name="Google Shape;287;p2"/>
          <p:cNvSpPr/>
          <p:nvPr/>
        </p:nvSpPr>
        <p:spPr>
          <a:xfrm>
            <a:off x="10374249" y="1563624"/>
            <a:ext cx="1250315" cy="1252855"/>
          </a:xfrm>
          <a:custGeom>
            <a:rect b="b" l="l" r="r" t="t"/>
            <a:pathLst>
              <a:path extrusionOk="0" h="1252854" w="1250315">
                <a:moveTo>
                  <a:pt x="1125093" y="0"/>
                </a:moveTo>
                <a:lnTo>
                  <a:pt x="124968" y="0"/>
                </a:lnTo>
                <a:lnTo>
                  <a:pt x="76348" y="9828"/>
                </a:lnTo>
                <a:lnTo>
                  <a:pt x="36623" y="36623"/>
                </a:lnTo>
                <a:lnTo>
                  <a:pt x="9828" y="76348"/>
                </a:lnTo>
                <a:lnTo>
                  <a:pt x="0" y="124967"/>
                </a:lnTo>
                <a:lnTo>
                  <a:pt x="0" y="1127759"/>
                </a:lnTo>
                <a:lnTo>
                  <a:pt x="9828" y="1176432"/>
                </a:lnTo>
                <a:lnTo>
                  <a:pt x="36623" y="1216152"/>
                </a:lnTo>
                <a:lnTo>
                  <a:pt x="76348" y="1242917"/>
                </a:lnTo>
                <a:lnTo>
                  <a:pt x="124968" y="1252727"/>
                </a:lnTo>
                <a:lnTo>
                  <a:pt x="1125093" y="1252727"/>
                </a:lnTo>
                <a:lnTo>
                  <a:pt x="1173785" y="1242917"/>
                </a:lnTo>
                <a:lnTo>
                  <a:pt x="1213548" y="1216152"/>
                </a:lnTo>
                <a:lnTo>
                  <a:pt x="1240357" y="1176432"/>
                </a:lnTo>
                <a:lnTo>
                  <a:pt x="1250188" y="1127759"/>
                </a:lnTo>
                <a:lnTo>
                  <a:pt x="1250188" y="124967"/>
                </a:lnTo>
                <a:lnTo>
                  <a:pt x="1240357" y="76348"/>
                </a:lnTo>
                <a:lnTo>
                  <a:pt x="1213548" y="36623"/>
                </a:lnTo>
                <a:lnTo>
                  <a:pt x="1173785" y="9828"/>
                </a:lnTo>
                <a:lnTo>
                  <a:pt x="1125093" y="0"/>
                </a:lnTo>
                <a:close/>
              </a:path>
            </a:pathLst>
          </a:custGeom>
          <a:solidFill>
            <a:srgbClr val="6FAC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88" name="Google Shape;288;p2"/>
          <p:cNvSpPr txBox="1"/>
          <p:nvPr/>
        </p:nvSpPr>
        <p:spPr>
          <a:xfrm>
            <a:off x="10448288" y="1610995"/>
            <a:ext cx="1093793" cy="228268"/>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2026</a:t>
            </a:r>
            <a:endParaRPr b="0" i="0" sz="1400" u="none" cap="none" strike="noStrike">
              <a:solidFill>
                <a:srgbClr val="000000"/>
              </a:solidFill>
              <a:latin typeface="Calibri"/>
              <a:ea typeface="Calibri"/>
              <a:cs typeface="Calibri"/>
              <a:sym typeface="Calibri"/>
            </a:endParaRPr>
          </a:p>
        </p:txBody>
      </p:sp>
      <p:grpSp>
        <p:nvGrpSpPr>
          <p:cNvPr id="289" name="Google Shape;289;p2"/>
          <p:cNvGrpSpPr/>
          <p:nvPr/>
        </p:nvGrpSpPr>
        <p:grpSpPr>
          <a:xfrm>
            <a:off x="10630281" y="2063750"/>
            <a:ext cx="1250315" cy="1670685"/>
            <a:chOff x="10619613" y="3116833"/>
            <a:chExt cx="1250315" cy="1670685"/>
          </a:xfrm>
        </p:grpSpPr>
        <p:sp>
          <p:nvSpPr>
            <p:cNvPr id="290" name="Google Shape;290;p2"/>
            <p:cNvSpPr/>
            <p:nvPr/>
          </p:nvSpPr>
          <p:spPr>
            <a:xfrm>
              <a:off x="10619613" y="3116833"/>
              <a:ext cx="1250315" cy="1670685"/>
            </a:xfrm>
            <a:custGeom>
              <a:rect b="b" l="l" r="r" t="t"/>
              <a:pathLst>
                <a:path extrusionOk="0" h="1670685" w="1250315">
                  <a:moveTo>
                    <a:pt x="1125219" y="0"/>
                  </a:moveTo>
                  <a:lnTo>
                    <a:pt x="125094" y="0"/>
                  </a:lnTo>
                  <a:lnTo>
                    <a:pt x="76402" y="9810"/>
                  </a:lnTo>
                  <a:lnTo>
                    <a:pt x="36639" y="36575"/>
                  </a:lnTo>
                  <a:lnTo>
                    <a:pt x="9830" y="76295"/>
                  </a:lnTo>
                  <a:lnTo>
                    <a:pt x="0" y="124967"/>
                  </a:lnTo>
                  <a:lnTo>
                    <a:pt x="0" y="1545335"/>
                  </a:lnTo>
                  <a:lnTo>
                    <a:pt x="9830" y="1594008"/>
                  </a:lnTo>
                  <a:lnTo>
                    <a:pt x="36639" y="1633727"/>
                  </a:lnTo>
                  <a:lnTo>
                    <a:pt x="76402" y="1660493"/>
                  </a:lnTo>
                  <a:lnTo>
                    <a:pt x="125094" y="1670303"/>
                  </a:lnTo>
                  <a:lnTo>
                    <a:pt x="1125219" y="1670303"/>
                  </a:lnTo>
                  <a:lnTo>
                    <a:pt x="1173839" y="1660493"/>
                  </a:lnTo>
                  <a:lnTo>
                    <a:pt x="1213564" y="1633727"/>
                  </a:lnTo>
                  <a:lnTo>
                    <a:pt x="1240359" y="1594008"/>
                  </a:lnTo>
                  <a:lnTo>
                    <a:pt x="1250187" y="1545335"/>
                  </a:lnTo>
                  <a:lnTo>
                    <a:pt x="1250187" y="124967"/>
                  </a:lnTo>
                  <a:lnTo>
                    <a:pt x="1240359" y="76295"/>
                  </a:lnTo>
                  <a:lnTo>
                    <a:pt x="1213564" y="36575"/>
                  </a:lnTo>
                  <a:lnTo>
                    <a:pt x="1173839" y="9810"/>
                  </a:lnTo>
                  <a:lnTo>
                    <a:pt x="1125219" y="0"/>
                  </a:lnTo>
                  <a:close/>
                </a:path>
              </a:pathLst>
            </a:custGeom>
            <a:solidFill>
              <a:srgbClr val="FFFFFF">
                <a:alpha val="8941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91" name="Google Shape;291;p2"/>
            <p:cNvSpPr/>
            <p:nvPr/>
          </p:nvSpPr>
          <p:spPr>
            <a:xfrm>
              <a:off x="10619613" y="3116833"/>
              <a:ext cx="1250315" cy="1670685"/>
            </a:xfrm>
            <a:custGeom>
              <a:rect b="b" l="l" r="r" t="t"/>
              <a:pathLst>
                <a:path extrusionOk="0" h="1670685" w="1250315">
                  <a:moveTo>
                    <a:pt x="0" y="124967"/>
                  </a:moveTo>
                  <a:lnTo>
                    <a:pt x="9830" y="76295"/>
                  </a:lnTo>
                  <a:lnTo>
                    <a:pt x="36639" y="36575"/>
                  </a:lnTo>
                  <a:lnTo>
                    <a:pt x="76402" y="9810"/>
                  </a:lnTo>
                  <a:lnTo>
                    <a:pt x="125094" y="0"/>
                  </a:lnTo>
                  <a:lnTo>
                    <a:pt x="1125219" y="0"/>
                  </a:lnTo>
                  <a:lnTo>
                    <a:pt x="1173839" y="9810"/>
                  </a:lnTo>
                  <a:lnTo>
                    <a:pt x="1213564" y="36575"/>
                  </a:lnTo>
                  <a:lnTo>
                    <a:pt x="1240359" y="76295"/>
                  </a:lnTo>
                  <a:lnTo>
                    <a:pt x="1250187" y="124967"/>
                  </a:lnTo>
                  <a:lnTo>
                    <a:pt x="1250187" y="1545335"/>
                  </a:lnTo>
                  <a:lnTo>
                    <a:pt x="1240359" y="1594008"/>
                  </a:lnTo>
                  <a:lnTo>
                    <a:pt x="1213564" y="1633727"/>
                  </a:lnTo>
                  <a:lnTo>
                    <a:pt x="1173839" y="1660493"/>
                  </a:lnTo>
                  <a:lnTo>
                    <a:pt x="1125219" y="1670303"/>
                  </a:lnTo>
                  <a:lnTo>
                    <a:pt x="125094" y="1670303"/>
                  </a:lnTo>
                  <a:lnTo>
                    <a:pt x="76402" y="1660493"/>
                  </a:lnTo>
                  <a:lnTo>
                    <a:pt x="36639" y="1633727"/>
                  </a:lnTo>
                  <a:lnTo>
                    <a:pt x="9830" y="1594008"/>
                  </a:lnTo>
                  <a:lnTo>
                    <a:pt x="0" y="1545335"/>
                  </a:lnTo>
                  <a:lnTo>
                    <a:pt x="0" y="124967"/>
                  </a:lnTo>
                  <a:close/>
                </a:path>
              </a:pathLst>
            </a:custGeom>
            <a:noFill/>
            <a:ln cap="flat" cmpd="sng" w="12700">
              <a:solidFill>
                <a:srgbClr val="5B9BD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grpSp>
      <p:sp>
        <p:nvSpPr>
          <p:cNvPr id="292" name="Google Shape;292;p2"/>
          <p:cNvSpPr txBox="1"/>
          <p:nvPr/>
        </p:nvSpPr>
        <p:spPr>
          <a:xfrm>
            <a:off x="10686397" y="2147697"/>
            <a:ext cx="1172749" cy="1217369"/>
          </a:xfrm>
          <a:prstGeom prst="rect">
            <a:avLst/>
          </a:prstGeom>
          <a:noFill/>
          <a:ln>
            <a:noFill/>
          </a:ln>
        </p:spPr>
        <p:txBody>
          <a:bodyPr anchorCtr="0" anchor="t" bIns="0" lIns="0" spcFirstLastPara="1" rIns="0" wrap="square" tIns="27925">
            <a:spAutoFit/>
          </a:bodyPr>
          <a:lstStyle/>
          <a:p>
            <a:pPr indent="-114300" lvl="0" marL="127000" marR="5080" rtl="0" algn="l">
              <a:lnSpc>
                <a:spcPct val="916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Diperkirakan ICAO akan mengadakan Extraordinary Session pada Q4 2026</a:t>
            </a:r>
            <a:endParaRPr b="0" i="0" sz="1400" u="none" cap="none" strike="noStrike">
              <a:solidFill>
                <a:srgbClr val="000000"/>
              </a:solidFill>
              <a:latin typeface="Calibri"/>
              <a:ea typeface="Calibri"/>
              <a:cs typeface="Calibri"/>
              <a:sym typeface="Calibri"/>
            </a:endParaRPr>
          </a:p>
        </p:txBody>
      </p:sp>
      <p:pic>
        <p:nvPicPr>
          <p:cNvPr id="293" name="Google Shape;293;p2"/>
          <p:cNvPicPr preferRelativeResize="0"/>
          <p:nvPr/>
        </p:nvPicPr>
        <p:blipFill rotWithShape="1">
          <a:blip r:embed="rId6">
            <a:alphaModFix/>
          </a:blip>
          <a:srcRect b="0" l="0" r="0" t="0"/>
          <a:stretch/>
        </p:blipFill>
        <p:spPr>
          <a:xfrm>
            <a:off x="8732265" y="3915126"/>
            <a:ext cx="3032011" cy="247937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3"/>
          <p:cNvPicPr preferRelativeResize="0"/>
          <p:nvPr/>
        </p:nvPicPr>
        <p:blipFill rotWithShape="1">
          <a:blip r:embed="rId3">
            <a:alphaModFix/>
          </a:blip>
          <a:srcRect b="0" l="2216" r="66686" t="9423"/>
          <a:stretch/>
        </p:blipFill>
        <p:spPr>
          <a:xfrm>
            <a:off x="10018589" y="95410"/>
            <a:ext cx="2101850" cy="555243"/>
          </a:xfrm>
          <a:prstGeom prst="rect">
            <a:avLst/>
          </a:prstGeom>
          <a:solidFill>
            <a:srgbClr val="D8D8D8"/>
          </a:solidFill>
          <a:ln>
            <a:noFill/>
          </a:ln>
        </p:spPr>
      </p:pic>
      <p:sp>
        <p:nvSpPr>
          <p:cNvPr id="299" name="Google Shape;299;p3"/>
          <p:cNvSpPr txBox="1"/>
          <p:nvPr/>
        </p:nvSpPr>
        <p:spPr>
          <a:xfrm>
            <a:off x="10686398" y="243578"/>
            <a:ext cx="1448858" cy="266430"/>
          </a:xfrm>
          <a:prstGeom prst="rect">
            <a:avLst/>
          </a:prstGeom>
          <a:noFill/>
          <a:ln>
            <a:noFill/>
          </a:ln>
        </p:spPr>
        <p:txBody>
          <a:bodyPr anchorCtr="0" anchor="t" bIns="30250" lIns="60450" spcFirstLastPara="1" rIns="60450" wrap="square" tIns="30250">
            <a:spAutoFit/>
          </a:bodyPr>
          <a:lstStyle/>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KEMENTERIAN PERHUBUNGAN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REPUBLIK INDONESIA</a:t>
            </a:r>
            <a:endParaRPr b="0" i="0" sz="1400" u="none" cap="none" strike="noStrike">
              <a:solidFill>
                <a:srgbClr val="000000"/>
              </a:solidFill>
              <a:latin typeface="Arial"/>
              <a:ea typeface="Arial"/>
              <a:cs typeface="Arial"/>
              <a:sym typeface="Arial"/>
            </a:endParaRPr>
          </a:p>
        </p:txBody>
      </p:sp>
      <p:pic>
        <p:nvPicPr>
          <p:cNvPr id="300" name="Google Shape;300;p3"/>
          <p:cNvPicPr preferRelativeResize="0"/>
          <p:nvPr/>
        </p:nvPicPr>
        <p:blipFill rotWithShape="1">
          <a:blip r:embed="rId4">
            <a:alphaModFix/>
          </a:blip>
          <a:srcRect b="0" l="0" r="0" t="0"/>
          <a:stretch/>
        </p:blipFill>
        <p:spPr>
          <a:xfrm>
            <a:off x="10440864" y="241461"/>
            <a:ext cx="245533" cy="282575"/>
          </a:xfrm>
          <a:prstGeom prst="rect">
            <a:avLst/>
          </a:prstGeom>
          <a:noFill/>
          <a:ln>
            <a:noFill/>
          </a:ln>
        </p:spPr>
      </p:pic>
      <p:sp>
        <p:nvSpPr>
          <p:cNvPr id="301" name="Google Shape;301;p3"/>
          <p:cNvSpPr/>
          <p:nvPr/>
        </p:nvSpPr>
        <p:spPr>
          <a:xfrm>
            <a:off x="10068331" y="221353"/>
            <a:ext cx="298450" cy="28892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02" name="Google Shape;302;p3"/>
          <p:cNvSpPr txBox="1"/>
          <p:nvPr/>
        </p:nvSpPr>
        <p:spPr>
          <a:xfrm>
            <a:off x="177000" y="47593"/>
            <a:ext cx="9891331" cy="377882"/>
          </a:xfrm>
          <a:prstGeom prst="rect">
            <a:avLst/>
          </a:prstGeom>
          <a:noFill/>
          <a:ln>
            <a:noFill/>
          </a:ln>
        </p:spPr>
        <p:txBody>
          <a:bodyPr anchorCtr="0" anchor="t" bIns="0" lIns="0" spcFirstLastPara="1" rIns="0" wrap="square" tIns="8450">
            <a:spAutoFit/>
          </a:bodyPr>
          <a:lstStyle/>
          <a:p>
            <a:pPr indent="0" lvl="0" marL="8467" marR="0" rtl="0" algn="l">
              <a:lnSpc>
                <a:spcPct val="100000"/>
              </a:lnSpc>
              <a:spcBef>
                <a:spcPts val="0"/>
              </a:spcBef>
              <a:spcAft>
                <a:spcPts val="0"/>
              </a:spcAft>
              <a:buClr>
                <a:srgbClr val="000000"/>
              </a:buClr>
              <a:buSzPts val="2400"/>
              <a:buFont typeface="Arial"/>
              <a:buNone/>
            </a:pPr>
            <a:r>
              <a:rPr b="1" i="0" lang="en-US" sz="2400" u="none" cap="none" strike="noStrike">
                <a:solidFill>
                  <a:srgbClr val="001F5F"/>
                </a:solidFill>
                <a:latin typeface="Calibri"/>
                <a:ea typeface="Calibri"/>
                <a:cs typeface="Calibri"/>
                <a:sym typeface="Calibri"/>
              </a:rPr>
              <a:t>PENCALONAN PERIODE 2016</a:t>
            </a:r>
            <a:endParaRPr b="1" i="0" sz="2400" u="none" cap="none" strike="noStrike">
              <a:solidFill>
                <a:srgbClr val="001F5F"/>
              </a:solidFill>
              <a:latin typeface="Calibri"/>
              <a:ea typeface="Calibri"/>
              <a:cs typeface="Calibri"/>
              <a:sym typeface="Calibri"/>
            </a:endParaRPr>
          </a:p>
        </p:txBody>
      </p:sp>
      <p:sp>
        <p:nvSpPr>
          <p:cNvPr id="303" name="Google Shape;303;p3"/>
          <p:cNvSpPr txBox="1"/>
          <p:nvPr/>
        </p:nvSpPr>
        <p:spPr>
          <a:xfrm>
            <a:off x="11556886" y="6416675"/>
            <a:ext cx="379527" cy="3651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1" i="0" lang="en-US" sz="1400" u="none" cap="none" strike="noStrike">
                <a:solidFill>
                  <a:srgbClr val="000000"/>
                </a:solidFill>
                <a:latin typeface="Quattrocento Sans"/>
                <a:ea typeface="Quattrocento Sans"/>
                <a:cs typeface="Quattrocento Sans"/>
                <a:sym typeface="Quattrocento Sans"/>
              </a:rPr>
              <a:t>‹#›</a:t>
            </a:fld>
            <a:endParaRPr b="1" i="0" sz="1400" u="none" cap="none" strike="noStrike">
              <a:solidFill>
                <a:srgbClr val="000000"/>
              </a:solidFill>
              <a:latin typeface="Quattrocento Sans"/>
              <a:ea typeface="Quattrocento Sans"/>
              <a:cs typeface="Quattrocento Sans"/>
              <a:sym typeface="Quattrocento Sans"/>
            </a:endParaRPr>
          </a:p>
        </p:txBody>
      </p:sp>
      <p:cxnSp>
        <p:nvCxnSpPr>
          <p:cNvPr id="304" name="Google Shape;304;p3"/>
          <p:cNvCxnSpPr/>
          <p:nvPr/>
        </p:nvCxnSpPr>
        <p:spPr>
          <a:xfrm>
            <a:off x="11644313" y="6484937"/>
            <a:ext cx="0" cy="177800"/>
          </a:xfrm>
          <a:prstGeom prst="straightConnector1">
            <a:avLst/>
          </a:prstGeom>
          <a:noFill/>
          <a:ln cap="flat" cmpd="sng" w="38100">
            <a:solidFill>
              <a:schemeClr val="dk1"/>
            </a:solidFill>
            <a:prstDash val="solid"/>
            <a:round/>
            <a:headEnd len="sm" w="sm" type="none"/>
            <a:tailEnd len="sm" w="sm" type="none"/>
          </a:ln>
        </p:spPr>
      </p:cxnSp>
      <p:pic>
        <p:nvPicPr>
          <p:cNvPr id="305" name="Google Shape;305;p3"/>
          <p:cNvPicPr preferRelativeResize="0"/>
          <p:nvPr/>
        </p:nvPicPr>
        <p:blipFill rotWithShape="1">
          <a:blip r:embed="rId6">
            <a:alphaModFix/>
          </a:blip>
          <a:srcRect b="0" l="0" r="0" t="0"/>
          <a:stretch/>
        </p:blipFill>
        <p:spPr>
          <a:xfrm>
            <a:off x="805206" y="495495"/>
            <a:ext cx="9833381" cy="604805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22"/>
          <p:cNvPicPr preferRelativeResize="0"/>
          <p:nvPr/>
        </p:nvPicPr>
        <p:blipFill rotWithShape="1">
          <a:blip r:embed="rId3">
            <a:alphaModFix/>
          </a:blip>
          <a:srcRect b="0" l="2216" r="66686" t="9423"/>
          <a:stretch/>
        </p:blipFill>
        <p:spPr>
          <a:xfrm>
            <a:off x="10018589" y="95410"/>
            <a:ext cx="2101850" cy="555243"/>
          </a:xfrm>
          <a:prstGeom prst="rect">
            <a:avLst/>
          </a:prstGeom>
          <a:solidFill>
            <a:srgbClr val="D8D8D8"/>
          </a:solidFill>
          <a:ln>
            <a:noFill/>
          </a:ln>
        </p:spPr>
      </p:pic>
      <p:sp>
        <p:nvSpPr>
          <p:cNvPr id="311" name="Google Shape;311;p22"/>
          <p:cNvSpPr txBox="1"/>
          <p:nvPr/>
        </p:nvSpPr>
        <p:spPr>
          <a:xfrm>
            <a:off x="10686398" y="243578"/>
            <a:ext cx="1448858" cy="266430"/>
          </a:xfrm>
          <a:prstGeom prst="rect">
            <a:avLst/>
          </a:prstGeom>
          <a:noFill/>
          <a:ln>
            <a:noFill/>
          </a:ln>
        </p:spPr>
        <p:txBody>
          <a:bodyPr anchorCtr="0" anchor="t" bIns="30250" lIns="60450" spcFirstLastPara="1" rIns="60450" wrap="square" tIns="30250">
            <a:spAutoFit/>
          </a:bodyPr>
          <a:lstStyle/>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KEMENTERIAN PERHUBUNGAN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REPUBLIK INDONESIA</a:t>
            </a:r>
            <a:endParaRPr b="0" i="0" sz="1400" u="none" cap="none" strike="noStrike">
              <a:solidFill>
                <a:srgbClr val="000000"/>
              </a:solidFill>
              <a:latin typeface="Arial"/>
              <a:ea typeface="Arial"/>
              <a:cs typeface="Arial"/>
              <a:sym typeface="Arial"/>
            </a:endParaRPr>
          </a:p>
        </p:txBody>
      </p:sp>
      <p:pic>
        <p:nvPicPr>
          <p:cNvPr id="312" name="Google Shape;312;p22"/>
          <p:cNvPicPr preferRelativeResize="0"/>
          <p:nvPr/>
        </p:nvPicPr>
        <p:blipFill rotWithShape="1">
          <a:blip r:embed="rId4">
            <a:alphaModFix/>
          </a:blip>
          <a:srcRect b="0" l="0" r="0" t="0"/>
          <a:stretch/>
        </p:blipFill>
        <p:spPr>
          <a:xfrm>
            <a:off x="10440864" y="241461"/>
            <a:ext cx="245533" cy="282575"/>
          </a:xfrm>
          <a:prstGeom prst="rect">
            <a:avLst/>
          </a:prstGeom>
          <a:noFill/>
          <a:ln>
            <a:noFill/>
          </a:ln>
        </p:spPr>
      </p:pic>
      <p:sp>
        <p:nvSpPr>
          <p:cNvPr id="313" name="Google Shape;313;p22"/>
          <p:cNvSpPr/>
          <p:nvPr/>
        </p:nvSpPr>
        <p:spPr>
          <a:xfrm>
            <a:off x="10068331" y="221353"/>
            <a:ext cx="298450" cy="28892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14" name="Google Shape;314;p22"/>
          <p:cNvSpPr txBox="1"/>
          <p:nvPr/>
        </p:nvSpPr>
        <p:spPr>
          <a:xfrm>
            <a:off x="177000" y="47593"/>
            <a:ext cx="9891331" cy="377882"/>
          </a:xfrm>
          <a:prstGeom prst="rect">
            <a:avLst/>
          </a:prstGeom>
          <a:noFill/>
          <a:ln>
            <a:noFill/>
          </a:ln>
        </p:spPr>
        <p:txBody>
          <a:bodyPr anchorCtr="0" anchor="t" bIns="0" lIns="0" spcFirstLastPara="1" rIns="0" wrap="square" tIns="8450">
            <a:spAutoFit/>
          </a:bodyPr>
          <a:lstStyle/>
          <a:p>
            <a:pPr indent="0" lvl="0" marL="8467" marR="0" rtl="0" algn="l">
              <a:lnSpc>
                <a:spcPct val="100000"/>
              </a:lnSpc>
              <a:spcBef>
                <a:spcPts val="0"/>
              </a:spcBef>
              <a:spcAft>
                <a:spcPts val="0"/>
              </a:spcAft>
              <a:buClr>
                <a:srgbClr val="000000"/>
              </a:buClr>
              <a:buSzPts val="2400"/>
              <a:buFont typeface="Arial"/>
              <a:buNone/>
            </a:pPr>
            <a:r>
              <a:rPr b="1" i="0" lang="en-US" sz="2400" u="none" cap="none" strike="noStrike">
                <a:solidFill>
                  <a:srgbClr val="001F5F"/>
                </a:solidFill>
                <a:latin typeface="Calibri"/>
                <a:ea typeface="Calibri"/>
                <a:cs typeface="Calibri"/>
                <a:sym typeface="Calibri"/>
              </a:rPr>
              <a:t>PENAMBAHAN KURSI DEWAN ICAO</a:t>
            </a:r>
            <a:endParaRPr b="1" i="0" sz="2400" u="none" cap="none" strike="noStrike">
              <a:solidFill>
                <a:srgbClr val="001F5F"/>
              </a:solidFill>
              <a:latin typeface="Calibri"/>
              <a:ea typeface="Calibri"/>
              <a:cs typeface="Calibri"/>
              <a:sym typeface="Calibri"/>
            </a:endParaRPr>
          </a:p>
        </p:txBody>
      </p:sp>
      <p:sp>
        <p:nvSpPr>
          <p:cNvPr id="315" name="Google Shape;315;p22"/>
          <p:cNvSpPr txBox="1"/>
          <p:nvPr/>
        </p:nvSpPr>
        <p:spPr>
          <a:xfrm>
            <a:off x="11556886" y="6416675"/>
            <a:ext cx="379527" cy="3651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1" i="0" lang="en-US" sz="1400" u="none" cap="none" strike="noStrike">
                <a:solidFill>
                  <a:srgbClr val="000000"/>
                </a:solidFill>
                <a:latin typeface="Quattrocento Sans"/>
                <a:ea typeface="Quattrocento Sans"/>
                <a:cs typeface="Quattrocento Sans"/>
                <a:sym typeface="Quattrocento Sans"/>
              </a:rPr>
              <a:t>‹#›</a:t>
            </a:fld>
            <a:endParaRPr b="1" i="0" sz="1400" u="none" cap="none" strike="noStrike">
              <a:solidFill>
                <a:srgbClr val="000000"/>
              </a:solidFill>
              <a:latin typeface="Quattrocento Sans"/>
              <a:ea typeface="Quattrocento Sans"/>
              <a:cs typeface="Quattrocento Sans"/>
              <a:sym typeface="Quattrocento Sans"/>
            </a:endParaRPr>
          </a:p>
        </p:txBody>
      </p:sp>
      <p:cxnSp>
        <p:nvCxnSpPr>
          <p:cNvPr id="316" name="Google Shape;316;p22"/>
          <p:cNvCxnSpPr/>
          <p:nvPr/>
        </p:nvCxnSpPr>
        <p:spPr>
          <a:xfrm>
            <a:off x="11644313" y="6484937"/>
            <a:ext cx="0" cy="177800"/>
          </a:xfrm>
          <a:prstGeom prst="straightConnector1">
            <a:avLst/>
          </a:prstGeom>
          <a:noFill/>
          <a:ln cap="flat" cmpd="sng" w="38100">
            <a:solidFill>
              <a:schemeClr val="dk1"/>
            </a:solidFill>
            <a:prstDash val="solid"/>
            <a:round/>
            <a:headEnd len="sm" w="sm" type="none"/>
            <a:tailEnd len="sm" w="sm" type="none"/>
          </a:ln>
        </p:spPr>
      </p:cxnSp>
      <p:grpSp>
        <p:nvGrpSpPr>
          <p:cNvPr id="317" name="Google Shape;317;p22"/>
          <p:cNvGrpSpPr/>
          <p:nvPr/>
        </p:nvGrpSpPr>
        <p:grpSpPr>
          <a:xfrm>
            <a:off x="394614" y="912219"/>
            <a:ext cx="923925" cy="1320165"/>
            <a:chOff x="509587" y="1382522"/>
            <a:chExt cx="923925" cy="1320165"/>
          </a:xfrm>
        </p:grpSpPr>
        <p:sp>
          <p:nvSpPr>
            <p:cNvPr id="318" name="Google Shape;318;p22"/>
            <p:cNvSpPr/>
            <p:nvPr/>
          </p:nvSpPr>
          <p:spPr>
            <a:xfrm>
              <a:off x="509587" y="1382522"/>
              <a:ext cx="923925" cy="1320165"/>
            </a:xfrm>
            <a:custGeom>
              <a:rect b="b" l="l" r="r" t="t"/>
              <a:pathLst>
                <a:path extrusionOk="0" h="1320164" w="923925">
                  <a:moveTo>
                    <a:pt x="923734" y="0"/>
                  </a:moveTo>
                  <a:lnTo>
                    <a:pt x="461873" y="461772"/>
                  </a:lnTo>
                  <a:lnTo>
                    <a:pt x="0" y="0"/>
                  </a:lnTo>
                  <a:lnTo>
                    <a:pt x="0" y="857757"/>
                  </a:lnTo>
                  <a:lnTo>
                    <a:pt x="461873" y="1319656"/>
                  </a:lnTo>
                  <a:lnTo>
                    <a:pt x="923734" y="857757"/>
                  </a:lnTo>
                  <a:lnTo>
                    <a:pt x="923734" y="0"/>
                  </a:lnTo>
                  <a:close/>
                </a:path>
              </a:pathLst>
            </a:custGeom>
            <a:solidFill>
              <a:srgbClr val="24406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 name="Google Shape;319;p22"/>
            <p:cNvSpPr/>
            <p:nvPr/>
          </p:nvSpPr>
          <p:spPr>
            <a:xfrm>
              <a:off x="509587" y="1382522"/>
              <a:ext cx="923925" cy="1320165"/>
            </a:xfrm>
            <a:custGeom>
              <a:rect b="b" l="l" r="r" t="t"/>
              <a:pathLst>
                <a:path extrusionOk="0" h="1320164" w="923925">
                  <a:moveTo>
                    <a:pt x="923734" y="0"/>
                  </a:moveTo>
                  <a:lnTo>
                    <a:pt x="923734" y="857757"/>
                  </a:lnTo>
                  <a:lnTo>
                    <a:pt x="461873" y="1319656"/>
                  </a:lnTo>
                  <a:lnTo>
                    <a:pt x="0" y="857757"/>
                  </a:lnTo>
                  <a:lnTo>
                    <a:pt x="0" y="0"/>
                  </a:lnTo>
                  <a:lnTo>
                    <a:pt x="461873" y="461772"/>
                  </a:lnTo>
                  <a:lnTo>
                    <a:pt x="923734" y="0"/>
                  </a:lnTo>
                  <a:close/>
                </a:path>
              </a:pathLst>
            </a:custGeom>
            <a:solidFill>
              <a:srgbClr val="244061"/>
            </a:solidFill>
            <a:ln cap="flat" cmpd="sng" w="12700">
              <a:solidFill>
                <a:srgbClr val="5B9BD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20" name="Google Shape;320;p22"/>
          <p:cNvSpPr txBox="1"/>
          <p:nvPr/>
        </p:nvSpPr>
        <p:spPr>
          <a:xfrm>
            <a:off x="508139" y="1322048"/>
            <a:ext cx="697230" cy="42227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2600"/>
              <a:buFont typeface="Arial"/>
              <a:buNone/>
            </a:pPr>
            <a:r>
              <a:rPr b="0" i="0" lang="en-US" sz="2600" u="none" cap="none" strike="noStrike">
                <a:solidFill>
                  <a:srgbClr val="FFFFFF"/>
                </a:solidFill>
                <a:latin typeface="Calibri"/>
                <a:ea typeface="Calibri"/>
                <a:cs typeface="Calibri"/>
                <a:sym typeface="Calibri"/>
              </a:rPr>
              <a:t>2016</a:t>
            </a:r>
            <a:endParaRPr b="0" i="0" sz="2600" u="none" cap="none" strike="noStrike">
              <a:solidFill>
                <a:srgbClr val="000000"/>
              </a:solidFill>
              <a:latin typeface="Calibri"/>
              <a:ea typeface="Calibri"/>
              <a:cs typeface="Calibri"/>
              <a:sym typeface="Calibri"/>
            </a:endParaRPr>
          </a:p>
        </p:txBody>
      </p:sp>
      <p:sp>
        <p:nvSpPr>
          <p:cNvPr id="321" name="Google Shape;321;p22"/>
          <p:cNvSpPr/>
          <p:nvPr/>
        </p:nvSpPr>
        <p:spPr>
          <a:xfrm>
            <a:off x="1318349" y="912219"/>
            <a:ext cx="10249535" cy="857885"/>
          </a:xfrm>
          <a:custGeom>
            <a:rect b="b" l="l" r="r" t="t"/>
            <a:pathLst>
              <a:path extrusionOk="0" h="857885" w="10249535">
                <a:moveTo>
                  <a:pt x="10249027" y="142875"/>
                </a:moveTo>
                <a:lnTo>
                  <a:pt x="10249027" y="714755"/>
                </a:lnTo>
                <a:lnTo>
                  <a:pt x="10241739" y="759961"/>
                </a:lnTo>
                <a:lnTo>
                  <a:pt x="10221448" y="799218"/>
                </a:lnTo>
                <a:lnTo>
                  <a:pt x="10190514" y="830171"/>
                </a:lnTo>
                <a:lnTo>
                  <a:pt x="10151295" y="850469"/>
                </a:lnTo>
                <a:lnTo>
                  <a:pt x="10106152" y="857757"/>
                </a:lnTo>
                <a:lnTo>
                  <a:pt x="0" y="857757"/>
                </a:lnTo>
                <a:lnTo>
                  <a:pt x="0" y="0"/>
                </a:lnTo>
                <a:lnTo>
                  <a:pt x="10106152" y="0"/>
                </a:lnTo>
                <a:lnTo>
                  <a:pt x="10151295" y="7287"/>
                </a:lnTo>
                <a:lnTo>
                  <a:pt x="10190514" y="27578"/>
                </a:lnTo>
                <a:lnTo>
                  <a:pt x="10221448" y="58512"/>
                </a:lnTo>
                <a:lnTo>
                  <a:pt x="10241739" y="97731"/>
                </a:lnTo>
                <a:lnTo>
                  <a:pt x="10249027" y="142875"/>
                </a:lnTo>
                <a:close/>
              </a:path>
            </a:pathLst>
          </a:custGeom>
          <a:noFill/>
          <a:ln cap="flat" cmpd="sng" w="12700">
            <a:solidFill>
              <a:srgbClr val="0F243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2" name="Google Shape;322;p22"/>
          <p:cNvSpPr txBox="1"/>
          <p:nvPr/>
        </p:nvSpPr>
        <p:spPr>
          <a:xfrm>
            <a:off x="1433791" y="1000102"/>
            <a:ext cx="10134093" cy="567462"/>
          </a:xfrm>
          <a:prstGeom prst="rect">
            <a:avLst/>
          </a:prstGeom>
          <a:noFill/>
          <a:ln>
            <a:noFill/>
          </a:ln>
        </p:spPr>
        <p:txBody>
          <a:bodyPr anchorCtr="0" anchor="t" bIns="0" lIns="0" spcFirstLastPara="1" rIns="0" wrap="square" tIns="31100">
            <a:spAutoFit/>
          </a:bodyPr>
          <a:lstStyle/>
          <a:p>
            <a:pPr indent="-172085" lvl="0" marL="184785" marR="0" rtl="0" algn="l">
              <a:lnSpc>
                <a:spcPct val="10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Sidang Majelis Umum ICAO menyetujui penambahan </a:t>
            </a:r>
            <a:r>
              <a:rPr b="0" i="0" lang="en-US" sz="1700" u="none" cap="none" strike="noStrike">
                <a:solidFill>
                  <a:srgbClr val="000000"/>
                </a:solidFill>
                <a:latin typeface="Calibri"/>
                <a:ea typeface="Calibri"/>
                <a:cs typeface="Calibri"/>
                <a:sym typeface="Calibri"/>
              </a:rPr>
              <a:t>Anggota Dewan ICAO dari </a:t>
            </a:r>
            <a:r>
              <a:rPr b="1" i="0" lang="en-US" sz="1700" u="none" cap="none" strike="noStrike">
                <a:solidFill>
                  <a:srgbClr val="000000"/>
                </a:solidFill>
                <a:latin typeface="Calibri"/>
                <a:ea typeface="Calibri"/>
                <a:cs typeface="Calibri"/>
                <a:sym typeface="Calibri"/>
              </a:rPr>
              <a:t>36 </a:t>
            </a:r>
            <a:r>
              <a:rPr b="0" i="0" lang="en-US" sz="1700" u="none" cap="none" strike="noStrike">
                <a:solidFill>
                  <a:srgbClr val="000000"/>
                </a:solidFill>
                <a:latin typeface="Calibri"/>
                <a:ea typeface="Calibri"/>
                <a:cs typeface="Calibri"/>
                <a:sym typeface="Calibri"/>
              </a:rPr>
              <a:t>menjadi </a:t>
            </a:r>
            <a:r>
              <a:rPr b="1" i="0" lang="en-US" sz="1700" u="none" cap="none" strike="noStrike">
                <a:solidFill>
                  <a:srgbClr val="000000"/>
                </a:solidFill>
                <a:latin typeface="Calibri"/>
                <a:ea typeface="Calibri"/>
                <a:cs typeface="Calibri"/>
                <a:sym typeface="Calibri"/>
              </a:rPr>
              <a:t>40 </a:t>
            </a:r>
            <a:r>
              <a:rPr b="0" i="0" lang="en-US" sz="1700" u="none" cap="none" strike="noStrike">
                <a:solidFill>
                  <a:srgbClr val="000000"/>
                </a:solidFill>
                <a:latin typeface="Calibri"/>
                <a:ea typeface="Calibri"/>
                <a:cs typeface="Calibri"/>
                <a:sym typeface="Calibri"/>
              </a:rPr>
              <a:t>Negara</a:t>
            </a:r>
            <a:endParaRPr b="0" i="0" sz="1700" u="none" cap="none" strike="noStrike">
              <a:solidFill>
                <a:srgbClr val="000000"/>
              </a:solidFill>
              <a:latin typeface="Calibri"/>
              <a:ea typeface="Calibri"/>
              <a:cs typeface="Calibri"/>
              <a:sym typeface="Calibri"/>
            </a:endParaRPr>
          </a:p>
          <a:p>
            <a:pPr indent="-172085" lvl="0" marL="184785" marR="0" rtl="0" algn="l">
              <a:lnSpc>
                <a:spcPct val="100000"/>
              </a:lnSpc>
              <a:spcBef>
                <a:spcPts val="140"/>
              </a:spcBef>
              <a:spcAft>
                <a:spcPts val="0"/>
              </a:spcAft>
              <a:buClr>
                <a:srgbClr val="000000"/>
              </a:buClr>
              <a:buSzPts val="1700"/>
              <a:buFont typeface="Calibri"/>
              <a:buChar char="•"/>
            </a:pPr>
            <a:r>
              <a:rPr b="0" i="0" lang="en-US" sz="1700" u="none" cap="none" strike="noStrike">
                <a:solidFill>
                  <a:srgbClr val="000000"/>
                </a:solidFill>
                <a:latin typeface="Calibri"/>
                <a:ea typeface="Calibri"/>
                <a:cs typeface="Calibri"/>
                <a:sym typeface="Calibri"/>
              </a:rPr>
              <a:t>Penambahan berlaku apabila 128 Negara meratifikasi </a:t>
            </a:r>
            <a:r>
              <a:rPr b="0" i="1" lang="en-US" sz="1700" u="none" cap="none" strike="noStrike">
                <a:solidFill>
                  <a:srgbClr val="000000"/>
                </a:solidFill>
                <a:latin typeface="Calibri"/>
                <a:ea typeface="Calibri"/>
                <a:cs typeface="Calibri"/>
                <a:sym typeface="Calibri"/>
              </a:rPr>
              <a:t>Protocol </a:t>
            </a:r>
            <a:r>
              <a:rPr b="0" i="0" lang="en-US" sz="1700" u="none" cap="none" strike="noStrike">
                <a:solidFill>
                  <a:srgbClr val="000000"/>
                </a:solidFill>
                <a:latin typeface="Calibri"/>
                <a:ea typeface="Calibri"/>
                <a:cs typeface="Calibri"/>
                <a:sym typeface="Calibri"/>
              </a:rPr>
              <a:t>terkait perubahan Chicago Convention pasal 50(a)</a:t>
            </a:r>
            <a:endParaRPr b="0" i="0" sz="1700" u="none" cap="none" strike="noStrike">
              <a:solidFill>
                <a:srgbClr val="000000"/>
              </a:solidFill>
              <a:latin typeface="Calibri"/>
              <a:ea typeface="Calibri"/>
              <a:cs typeface="Calibri"/>
              <a:sym typeface="Calibri"/>
            </a:endParaRPr>
          </a:p>
        </p:txBody>
      </p:sp>
      <p:grpSp>
        <p:nvGrpSpPr>
          <p:cNvPr id="323" name="Google Shape;323;p22"/>
          <p:cNvGrpSpPr/>
          <p:nvPr/>
        </p:nvGrpSpPr>
        <p:grpSpPr>
          <a:xfrm>
            <a:off x="394614" y="2085826"/>
            <a:ext cx="923925" cy="1320165"/>
            <a:chOff x="509587" y="2556129"/>
            <a:chExt cx="923925" cy="1320165"/>
          </a:xfrm>
        </p:grpSpPr>
        <p:sp>
          <p:nvSpPr>
            <p:cNvPr id="324" name="Google Shape;324;p22"/>
            <p:cNvSpPr/>
            <p:nvPr/>
          </p:nvSpPr>
          <p:spPr>
            <a:xfrm>
              <a:off x="509587" y="2556129"/>
              <a:ext cx="923925" cy="1320165"/>
            </a:xfrm>
            <a:custGeom>
              <a:rect b="b" l="l" r="r" t="t"/>
              <a:pathLst>
                <a:path extrusionOk="0" h="1320164" w="923925">
                  <a:moveTo>
                    <a:pt x="923734" y="0"/>
                  </a:moveTo>
                  <a:lnTo>
                    <a:pt x="461873" y="461899"/>
                  </a:lnTo>
                  <a:lnTo>
                    <a:pt x="0" y="0"/>
                  </a:lnTo>
                  <a:lnTo>
                    <a:pt x="0" y="857885"/>
                  </a:lnTo>
                  <a:lnTo>
                    <a:pt x="461873" y="1319657"/>
                  </a:lnTo>
                  <a:lnTo>
                    <a:pt x="923734" y="857885"/>
                  </a:lnTo>
                  <a:lnTo>
                    <a:pt x="923734" y="0"/>
                  </a:lnTo>
                  <a:close/>
                </a:path>
              </a:pathLst>
            </a:custGeom>
            <a:solidFill>
              <a:srgbClr val="24406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 name="Google Shape;325;p22"/>
            <p:cNvSpPr/>
            <p:nvPr/>
          </p:nvSpPr>
          <p:spPr>
            <a:xfrm>
              <a:off x="509587" y="2556129"/>
              <a:ext cx="923925" cy="1320165"/>
            </a:xfrm>
            <a:custGeom>
              <a:rect b="b" l="l" r="r" t="t"/>
              <a:pathLst>
                <a:path extrusionOk="0" h="1320164" w="923925">
                  <a:moveTo>
                    <a:pt x="923734" y="0"/>
                  </a:moveTo>
                  <a:lnTo>
                    <a:pt x="923734" y="857885"/>
                  </a:lnTo>
                  <a:lnTo>
                    <a:pt x="461873" y="1319657"/>
                  </a:lnTo>
                  <a:lnTo>
                    <a:pt x="0" y="857885"/>
                  </a:lnTo>
                  <a:lnTo>
                    <a:pt x="0" y="0"/>
                  </a:lnTo>
                  <a:lnTo>
                    <a:pt x="461873" y="461899"/>
                  </a:lnTo>
                  <a:lnTo>
                    <a:pt x="923734" y="0"/>
                  </a:lnTo>
                  <a:close/>
                </a:path>
              </a:pathLst>
            </a:custGeom>
            <a:solidFill>
              <a:srgbClr val="244061"/>
            </a:solidFill>
            <a:ln cap="flat" cmpd="sng" w="12700">
              <a:solidFill>
                <a:srgbClr val="5B9BD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26" name="Google Shape;326;p22"/>
          <p:cNvSpPr txBox="1"/>
          <p:nvPr/>
        </p:nvSpPr>
        <p:spPr>
          <a:xfrm>
            <a:off x="508139" y="2495477"/>
            <a:ext cx="697230" cy="422909"/>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2600"/>
              <a:buFont typeface="Arial"/>
              <a:buNone/>
            </a:pPr>
            <a:r>
              <a:rPr b="0" i="0" lang="en-US" sz="2600" u="none" cap="none" strike="noStrike">
                <a:solidFill>
                  <a:srgbClr val="FFFFFF"/>
                </a:solidFill>
                <a:latin typeface="Calibri"/>
                <a:ea typeface="Calibri"/>
                <a:cs typeface="Calibri"/>
                <a:sym typeface="Calibri"/>
              </a:rPr>
              <a:t>2018</a:t>
            </a:r>
            <a:endParaRPr b="0" i="0" sz="2600" u="none" cap="none" strike="noStrike">
              <a:solidFill>
                <a:srgbClr val="000000"/>
              </a:solidFill>
              <a:latin typeface="Calibri"/>
              <a:ea typeface="Calibri"/>
              <a:cs typeface="Calibri"/>
              <a:sym typeface="Calibri"/>
            </a:endParaRPr>
          </a:p>
        </p:txBody>
      </p:sp>
      <p:sp>
        <p:nvSpPr>
          <p:cNvPr id="327" name="Google Shape;327;p22"/>
          <p:cNvSpPr/>
          <p:nvPr/>
        </p:nvSpPr>
        <p:spPr>
          <a:xfrm>
            <a:off x="1318349" y="2085826"/>
            <a:ext cx="10249535" cy="857885"/>
          </a:xfrm>
          <a:custGeom>
            <a:rect b="b" l="l" r="r" t="t"/>
            <a:pathLst>
              <a:path extrusionOk="0" h="857885" w="10249535">
                <a:moveTo>
                  <a:pt x="10249027" y="143001"/>
                </a:moveTo>
                <a:lnTo>
                  <a:pt x="10249027" y="714883"/>
                </a:lnTo>
                <a:lnTo>
                  <a:pt x="10241739" y="760088"/>
                </a:lnTo>
                <a:lnTo>
                  <a:pt x="10221448" y="799345"/>
                </a:lnTo>
                <a:lnTo>
                  <a:pt x="10190514" y="830298"/>
                </a:lnTo>
                <a:lnTo>
                  <a:pt x="10151295" y="850596"/>
                </a:lnTo>
                <a:lnTo>
                  <a:pt x="10106152" y="857885"/>
                </a:lnTo>
                <a:lnTo>
                  <a:pt x="0" y="857885"/>
                </a:lnTo>
                <a:lnTo>
                  <a:pt x="0" y="0"/>
                </a:lnTo>
                <a:lnTo>
                  <a:pt x="10106152" y="0"/>
                </a:lnTo>
                <a:lnTo>
                  <a:pt x="10151295" y="7288"/>
                </a:lnTo>
                <a:lnTo>
                  <a:pt x="10190514" y="27586"/>
                </a:lnTo>
                <a:lnTo>
                  <a:pt x="10221448" y="58539"/>
                </a:lnTo>
                <a:lnTo>
                  <a:pt x="10241739" y="97796"/>
                </a:lnTo>
                <a:lnTo>
                  <a:pt x="10249027" y="143001"/>
                </a:lnTo>
                <a:close/>
              </a:path>
            </a:pathLst>
          </a:custGeom>
          <a:noFill/>
          <a:ln cap="flat" cmpd="sng" w="12700">
            <a:solidFill>
              <a:srgbClr val="0F243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 name="Google Shape;328;p22"/>
          <p:cNvSpPr txBox="1"/>
          <p:nvPr/>
        </p:nvSpPr>
        <p:spPr>
          <a:xfrm>
            <a:off x="1433790" y="2338505"/>
            <a:ext cx="4484409" cy="289823"/>
          </a:xfrm>
          <a:prstGeom prst="rect">
            <a:avLst/>
          </a:prstGeom>
          <a:noFill/>
          <a:ln>
            <a:noFill/>
          </a:ln>
        </p:spPr>
        <p:txBody>
          <a:bodyPr anchorCtr="0" anchor="t" bIns="0" lIns="0" spcFirstLastPara="1" rIns="0" wrap="square" tIns="12700">
            <a:spAutoFit/>
          </a:bodyPr>
          <a:lstStyle/>
          <a:p>
            <a:pPr indent="-172720" lvl="0" marL="185420" marR="0" rtl="0" algn="l">
              <a:lnSpc>
                <a:spcPct val="100000"/>
              </a:lnSpc>
              <a:spcBef>
                <a:spcPts val="0"/>
              </a:spcBef>
              <a:spcAft>
                <a:spcPts val="0"/>
              </a:spcAft>
              <a:buClr>
                <a:srgbClr val="000000"/>
              </a:buClr>
              <a:buSzPts val="1800"/>
              <a:buFont typeface="Calibri"/>
              <a:buChar char="•"/>
            </a:pPr>
            <a:r>
              <a:rPr b="1" i="0" lang="en-US" sz="1800" u="none" cap="none" strike="noStrike">
                <a:solidFill>
                  <a:srgbClr val="000000"/>
                </a:solidFill>
                <a:latin typeface="Calibri"/>
                <a:ea typeface="Calibri"/>
                <a:cs typeface="Calibri"/>
                <a:sym typeface="Calibri"/>
              </a:rPr>
              <a:t>Indonesia </a:t>
            </a:r>
            <a:r>
              <a:rPr b="0" i="0" lang="en-US" sz="1800" u="none" cap="none" strike="noStrike">
                <a:solidFill>
                  <a:srgbClr val="000000"/>
                </a:solidFill>
                <a:latin typeface="Calibri"/>
                <a:ea typeface="Calibri"/>
                <a:cs typeface="Calibri"/>
                <a:sym typeface="Calibri"/>
              </a:rPr>
              <a:t>telah melakukan ratifikasi.</a:t>
            </a:r>
            <a:endParaRPr b="0" i="0" sz="1800" u="none" cap="none" strike="noStrike">
              <a:solidFill>
                <a:srgbClr val="000000"/>
              </a:solidFill>
              <a:latin typeface="Calibri"/>
              <a:ea typeface="Calibri"/>
              <a:cs typeface="Calibri"/>
              <a:sym typeface="Calibri"/>
            </a:endParaRPr>
          </a:p>
        </p:txBody>
      </p:sp>
      <p:grpSp>
        <p:nvGrpSpPr>
          <p:cNvPr id="329" name="Google Shape;329;p22"/>
          <p:cNvGrpSpPr/>
          <p:nvPr/>
        </p:nvGrpSpPr>
        <p:grpSpPr>
          <a:xfrm>
            <a:off x="394614" y="3259560"/>
            <a:ext cx="923925" cy="1320165"/>
            <a:chOff x="509587" y="3729863"/>
            <a:chExt cx="923925" cy="1320165"/>
          </a:xfrm>
        </p:grpSpPr>
        <p:sp>
          <p:nvSpPr>
            <p:cNvPr id="330" name="Google Shape;330;p22"/>
            <p:cNvSpPr/>
            <p:nvPr/>
          </p:nvSpPr>
          <p:spPr>
            <a:xfrm>
              <a:off x="509587" y="3729863"/>
              <a:ext cx="923925" cy="1320165"/>
            </a:xfrm>
            <a:custGeom>
              <a:rect b="b" l="l" r="r" t="t"/>
              <a:pathLst>
                <a:path extrusionOk="0" h="1320164" w="923925">
                  <a:moveTo>
                    <a:pt x="923734" y="0"/>
                  </a:moveTo>
                  <a:lnTo>
                    <a:pt x="461873" y="461899"/>
                  </a:lnTo>
                  <a:lnTo>
                    <a:pt x="0" y="0"/>
                  </a:lnTo>
                  <a:lnTo>
                    <a:pt x="0" y="857757"/>
                  </a:lnTo>
                  <a:lnTo>
                    <a:pt x="461873" y="1319657"/>
                  </a:lnTo>
                  <a:lnTo>
                    <a:pt x="923734" y="857757"/>
                  </a:lnTo>
                  <a:lnTo>
                    <a:pt x="923734" y="0"/>
                  </a:lnTo>
                  <a:close/>
                </a:path>
              </a:pathLst>
            </a:custGeom>
            <a:solidFill>
              <a:srgbClr val="24406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 name="Google Shape;331;p22"/>
            <p:cNvSpPr/>
            <p:nvPr/>
          </p:nvSpPr>
          <p:spPr>
            <a:xfrm>
              <a:off x="509587" y="3729863"/>
              <a:ext cx="923925" cy="1320165"/>
            </a:xfrm>
            <a:custGeom>
              <a:rect b="b" l="l" r="r" t="t"/>
              <a:pathLst>
                <a:path extrusionOk="0" h="1320164" w="923925">
                  <a:moveTo>
                    <a:pt x="923734" y="0"/>
                  </a:moveTo>
                  <a:lnTo>
                    <a:pt x="923734" y="857757"/>
                  </a:lnTo>
                  <a:lnTo>
                    <a:pt x="461873" y="1319657"/>
                  </a:lnTo>
                  <a:lnTo>
                    <a:pt x="0" y="857757"/>
                  </a:lnTo>
                  <a:lnTo>
                    <a:pt x="0" y="0"/>
                  </a:lnTo>
                  <a:lnTo>
                    <a:pt x="461873" y="461899"/>
                  </a:lnTo>
                  <a:lnTo>
                    <a:pt x="923734" y="0"/>
                  </a:lnTo>
                  <a:close/>
                </a:path>
              </a:pathLst>
            </a:custGeom>
            <a:solidFill>
              <a:srgbClr val="244061"/>
            </a:solidFill>
            <a:ln cap="flat" cmpd="sng" w="12700">
              <a:solidFill>
                <a:srgbClr val="5B9BD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32" name="Google Shape;332;p22"/>
          <p:cNvSpPr txBox="1"/>
          <p:nvPr/>
        </p:nvSpPr>
        <p:spPr>
          <a:xfrm>
            <a:off x="508139" y="3669897"/>
            <a:ext cx="697230" cy="4222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600"/>
              <a:buFont typeface="Arial"/>
              <a:buNone/>
            </a:pPr>
            <a:r>
              <a:rPr b="0" i="0" lang="en-US" sz="2600" u="none" cap="none" strike="noStrike">
                <a:solidFill>
                  <a:srgbClr val="FFFFFF"/>
                </a:solidFill>
                <a:latin typeface="Calibri"/>
                <a:ea typeface="Calibri"/>
                <a:cs typeface="Calibri"/>
                <a:sym typeface="Calibri"/>
              </a:rPr>
              <a:t>2025</a:t>
            </a:r>
            <a:endParaRPr b="0" i="0" sz="2600" u="none" cap="none" strike="noStrike">
              <a:solidFill>
                <a:srgbClr val="000000"/>
              </a:solidFill>
              <a:latin typeface="Calibri"/>
              <a:ea typeface="Calibri"/>
              <a:cs typeface="Calibri"/>
              <a:sym typeface="Calibri"/>
            </a:endParaRPr>
          </a:p>
        </p:txBody>
      </p:sp>
      <p:sp>
        <p:nvSpPr>
          <p:cNvPr id="333" name="Google Shape;333;p22"/>
          <p:cNvSpPr/>
          <p:nvPr/>
        </p:nvSpPr>
        <p:spPr>
          <a:xfrm>
            <a:off x="1318349" y="3259560"/>
            <a:ext cx="10249535" cy="857885"/>
          </a:xfrm>
          <a:custGeom>
            <a:rect b="b" l="l" r="r" t="t"/>
            <a:pathLst>
              <a:path extrusionOk="0" h="857885" w="10249535">
                <a:moveTo>
                  <a:pt x="10249027" y="143001"/>
                </a:moveTo>
                <a:lnTo>
                  <a:pt x="10249027" y="714882"/>
                </a:lnTo>
                <a:lnTo>
                  <a:pt x="10241739" y="760026"/>
                </a:lnTo>
                <a:lnTo>
                  <a:pt x="10221448" y="799245"/>
                </a:lnTo>
                <a:lnTo>
                  <a:pt x="10190514" y="830179"/>
                </a:lnTo>
                <a:lnTo>
                  <a:pt x="10151295" y="850470"/>
                </a:lnTo>
                <a:lnTo>
                  <a:pt x="10106152" y="857757"/>
                </a:lnTo>
                <a:lnTo>
                  <a:pt x="0" y="857757"/>
                </a:lnTo>
                <a:lnTo>
                  <a:pt x="0" y="0"/>
                </a:lnTo>
                <a:lnTo>
                  <a:pt x="10106152" y="0"/>
                </a:lnTo>
                <a:lnTo>
                  <a:pt x="10151295" y="7288"/>
                </a:lnTo>
                <a:lnTo>
                  <a:pt x="10190514" y="27586"/>
                </a:lnTo>
                <a:lnTo>
                  <a:pt x="10221448" y="58539"/>
                </a:lnTo>
                <a:lnTo>
                  <a:pt x="10241739" y="97796"/>
                </a:lnTo>
                <a:lnTo>
                  <a:pt x="10249027" y="143001"/>
                </a:lnTo>
                <a:close/>
              </a:path>
            </a:pathLst>
          </a:custGeom>
          <a:noFill/>
          <a:ln cap="flat" cmpd="sng" w="12700">
            <a:solidFill>
              <a:srgbClr val="0F243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 name="Google Shape;334;p22"/>
          <p:cNvSpPr txBox="1"/>
          <p:nvPr/>
        </p:nvSpPr>
        <p:spPr>
          <a:xfrm>
            <a:off x="1490032" y="3255676"/>
            <a:ext cx="10021609" cy="861769"/>
          </a:xfrm>
          <a:prstGeom prst="rect">
            <a:avLst/>
          </a:prstGeom>
          <a:noFill/>
          <a:ln>
            <a:noFill/>
          </a:ln>
        </p:spPr>
        <p:txBody>
          <a:bodyPr anchorCtr="0" anchor="t" bIns="0" lIns="0" spcFirstLastPara="1" rIns="0" wrap="square" tIns="30475">
            <a:spAutoFit/>
          </a:bodyPr>
          <a:lstStyle/>
          <a:p>
            <a:pPr indent="-172085" lvl="0" marL="184785" marR="0" rtl="0" algn="l">
              <a:lnSpc>
                <a:spcPct val="100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(November) Sebanyak </a:t>
            </a:r>
            <a:r>
              <a:rPr b="1" i="0" lang="en-US" sz="1800" u="none" cap="none" strike="noStrike">
                <a:solidFill>
                  <a:srgbClr val="000000"/>
                </a:solidFill>
                <a:latin typeface="Calibri"/>
                <a:ea typeface="Calibri"/>
                <a:cs typeface="Calibri"/>
                <a:sym typeface="Calibri"/>
              </a:rPr>
              <a:t>120 </a:t>
            </a:r>
            <a:r>
              <a:rPr b="0" i="0" lang="en-US" sz="1800" u="none" cap="none" strike="noStrike">
                <a:solidFill>
                  <a:srgbClr val="000000"/>
                </a:solidFill>
                <a:latin typeface="Calibri"/>
                <a:ea typeface="Calibri"/>
                <a:cs typeface="Calibri"/>
                <a:sym typeface="Calibri"/>
              </a:rPr>
              <a:t>Negara telah melakukan ratifikasi dari total 193 Negara anggota ICAO.</a:t>
            </a:r>
            <a:endParaRPr/>
          </a:p>
          <a:p>
            <a:pPr indent="-172085" lvl="0" marL="184785" marR="0" rtl="0" algn="l">
              <a:lnSpc>
                <a:spcPct val="100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ICAO mendorong proses ratifikasi melalui kegiatan workshop hukum di beberapa kawasan (Tanzania, pada Februari 2026)</a:t>
            </a:r>
            <a:endParaRPr b="0" i="0" sz="1800" u="none" cap="none" strike="noStrike">
              <a:solidFill>
                <a:srgbClr val="000000"/>
              </a:solidFill>
              <a:latin typeface="Calibri"/>
              <a:ea typeface="Calibri"/>
              <a:cs typeface="Calibri"/>
              <a:sym typeface="Calibri"/>
            </a:endParaRPr>
          </a:p>
        </p:txBody>
      </p:sp>
      <p:grpSp>
        <p:nvGrpSpPr>
          <p:cNvPr id="335" name="Google Shape;335;p22"/>
          <p:cNvGrpSpPr/>
          <p:nvPr/>
        </p:nvGrpSpPr>
        <p:grpSpPr>
          <a:xfrm>
            <a:off x="394614" y="4433293"/>
            <a:ext cx="923925" cy="1320165"/>
            <a:chOff x="509587" y="4903596"/>
            <a:chExt cx="923925" cy="1320165"/>
          </a:xfrm>
        </p:grpSpPr>
        <p:sp>
          <p:nvSpPr>
            <p:cNvPr id="336" name="Google Shape;336;p22"/>
            <p:cNvSpPr/>
            <p:nvPr/>
          </p:nvSpPr>
          <p:spPr>
            <a:xfrm>
              <a:off x="509587" y="4903596"/>
              <a:ext cx="923925" cy="1320165"/>
            </a:xfrm>
            <a:custGeom>
              <a:rect b="b" l="l" r="r" t="t"/>
              <a:pathLst>
                <a:path extrusionOk="0" h="1320164" w="923925">
                  <a:moveTo>
                    <a:pt x="923734" y="0"/>
                  </a:moveTo>
                  <a:lnTo>
                    <a:pt x="461873" y="461898"/>
                  </a:lnTo>
                  <a:lnTo>
                    <a:pt x="0" y="0"/>
                  </a:lnTo>
                  <a:lnTo>
                    <a:pt x="0" y="857757"/>
                  </a:lnTo>
                  <a:lnTo>
                    <a:pt x="461873" y="1319644"/>
                  </a:lnTo>
                  <a:lnTo>
                    <a:pt x="923734" y="857757"/>
                  </a:lnTo>
                  <a:lnTo>
                    <a:pt x="923734" y="0"/>
                  </a:lnTo>
                  <a:close/>
                </a:path>
              </a:pathLst>
            </a:custGeom>
            <a:solidFill>
              <a:srgbClr val="24406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7" name="Google Shape;337;p22"/>
            <p:cNvSpPr/>
            <p:nvPr/>
          </p:nvSpPr>
          <p:spPr>
            <a:xfrm>
              <a:off x="509587" y="4903596"/>
              <a:ext cx="923925" cy="1320165"/>
            </a:xfrm>
            <a:custGeom>
              <a:rect b="b" l="l" r="r" t="t"/>
              <a:pathLst>
                <a:path extrusionOk="0" h="1320164" w="923925">
                  <a:moveTo>
                    <a:pt x="923734" y="0"/>
                  </a:moveTo>
                  <a:lnTo>
                    <a:pt x="923734" y="857757"/>
                  </a:lnTo>
                  <a:lnTo>
                    <a:pt x="461873" y="1319644"/>
                  </a:lnTo>
                  <a:lnTo>
                    <a:pt x="0" y="857757"/>
                  </a:lnTo>
                  <a:lnTo>
                    <a:pt x="0" y="0"/>
                  </a:lnTo>
                  <a:lnTo>
                    <a:pt x="461873" y="461898"/>
                  </a:lnTo>
                  <a:lnTo>
                    <a:pt x="923734" y="0"/>
                  </a:lnTo>
                  <a:close/>
                </a:path>
              </a:pathLst>
            </a:custGeom>
            <a:solidFill>
              <a:srgbClr val="244061"/>
            </a:solidFill>
            <a:ln cap="flat" cmpd="sng" w="12675">
              <a:solidFill>
                <a:srgbClr val="5B9BD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38" name="Google Shape;338;p22"/>
          <p:cNvSpPr txBox="1"/>
          <p:nvPr/>
        </p:nvSpPr>
        <p:spPr>
          <a:xfrm>
            <a:off x="508139" y="4843376"/>
            <a:ext cx="697230" cy="422909"/>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2600"/>
              <a:buFont typeface="Arial"/>
              <a:buNone/>
            </a:pPr>
            <a:r>
              <a:rPr b="0" i="0" lang="en-US" sz="2600" u="none" cap="none" strike="noStrike">
                <a:solidFill>
                  <a:srgbClr val="FFFFFF"/>
                </a:solidFill>
                <a:latin typeface="Calibri"/>
                <a:ea typeface="Calibri"/>
                <a:cs typeface="Calibri"/>
                <a:sym typeface="Calibri"/>
              </a:rPr>
              <a:t>2026</a:t>
            </a:r>
            <a:endParaRPr b="0" i="0" sz="2600" u="none" cap="none" strike="noStrike">
              <a:solidFill>
                <a:srgbClr val="000000"/>
              </a:solidFill>
              <a:latin typeface="Calibri"/>
              <a:ea typeface="Calibri"/>
              <a:cs typeface="Calibri"/>
              <a:sym typeface="Calibri"/>
            </a:endParaRPr>
          </a:p>
        </p:txBody>
      </p:sp>
      <p:sp>
        <p:nvSpPr>
          <p:cNvPr id="339" name="Google Shape;339;p22"/>
          <p:cNvSpPr/>
          <p:nvPr/>
        </p:nvSpPr>
        <p:spPr>
          <a:xfrm>
            <a:off x="1318349" y="4433293"/>
            <a:ext cx="10249535" cy="857885"/>
          </a:xfrm>
          <a:custGeom>
            <a:rect b="b" l="l" r="r" t="t"/>
            <a:pathLst>
              <a:path extrusionOk="0" h="857885" w="10249535">
                <a:moveTo>
                  <a:pt x="10249027" y="143001"/>
                </a:moveTo>
                <a:lnTo>
                  <a:pt x="10249027" y="714794"/>
                </a:lnTo>
                <a:lnTo>
                  <a:pt x="10241739" y="759981"/>
                </a:lnTo>
                <a:lnTo>
                  <a:pt x="10221448" y="799226"/>
                </a:lnTo>
                <a:lnTo>
                  <a:pt x="10190514" y="830174"/>
                </a:lnTo>
                <a:lnTo>
                  <a:pt x="10151295" y="850469"/>
                </a:lnTo>
                <a:lnTo>
                  <a:pt x="10106152" y="857757"/>
                </a:lnTo>
                <a:lnTo>
                  <a:pt x="0" y="857757"/>
                </a:lnTo>
                <a:lnTo>
                  <a:pt x="0" y="0"/>
                </a:lnTo>
                <a:lnTo>
                  <a:pt x="10106152" y="0"/>
                </a:lnTo>
                <a:lnTo>
                  <a:pt x="10151295" y="7288"/>
                </a:lnTo>
                <a:lnTo>
                  <a:pt x="10190514" y="27586"/>
                </a:lnTo>
                <a:lnTo>
                  <a:pt x="10221448" y="58539"/>
                </a:lnTo>
                <a:lnTo>
                  <a:pt x="10241739" y="97796"/>
                </a:lnTo>
                <a:lnTo>
                  <a:pt x="10249027" y="143001"/>
                </a:lnTo>
                <a:close/>
              </a:path>
            </a:pathLst>
          </a:custGeom>
          <a:noFill/>
          <a:ln cap="flat" cmpd="sng" w="12700">
            <a:solidFill>
              <a:srgbClr val="0F243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0" name="Google Shape;340;p22"/>
          <p:cNvSpPr txBox="1"/>
          <p:nvPr/>
        </p:nvSpPr>
        <p:spPr>
          <a:xfrm>
            <a:off x="1433791" y="4561182"/>
            <a:ext cx="10077850" cy="649922"/>
          </a:xfrm>
          <a:prstGeom prst="rect">
            <a:avLst/>
          </a:prstGeom>
          <a:noFill/>
          <a:ln>
            <a:noFill/>
          </a:ln>
        </p:spPr>
        <p:txBody>
          <a:bodyPr anchorCtr="0" anchor="t" bIns="0" lIns="0" spcFirstLastPara="1" rIns="0" wrap="square" tIns="12700">
            <a:spAutoFit/>
          </a:bodyPr>
          <a:lstStyle/>
          <a:p>
            <a:pPr indent="-172085" lvl="0" marL="184785" marR="0" rtl="0" algn="l">
              <a:lnSpc>
                <a:spcPct val="114722"/>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Diperkirakan target 128 Negara dapat rampung pada 2026, sehingga akan diselenggarakan</a:t>
            </a:r>
            <a:endParaRPr b="0" i="0" sz="1800" u="none" cap="none" strike="noStrike">
              <a:solidFill>
                <a:srgbClr val="000000"/>
              </a:solidFill>
              <a:latin typeface="Calibri"/>
              <a:ea typeface="Calibri"/>
              <a:cs typeface="Calibri"/>
              <a:sym typeface="Calibri"/>
            </a:endParaRPr>
          </a:p>
          <a:p>
            <a:pPr indent="0" lvl="0" marL="184785" marR="0" rtl="0" algn="l">
              <a:lnSpc>
                <a:spcPct val="114722"/>
              </a:lnSpc>
              <a:spcBef>
                <a:spcPts val="0"/>
              </a:spcBef>
              <a:spcAft>
                <a:spcPts val="0"/>
              </a:spcAft>
              <a:buClr>
                <a:srgbClr val="000000"/>
              </a:buClr>
              <a:buSzPts val="1800"/>
              <a:buFont typeface="Arial"/>
              <a:buNone/>
            </a:pPr>
            <a:r>
              <a:rPr b="1" i="1" lang="en-US" sz="1800" u="none" cap="none" strike="noStrike">
                <a:solidFill>
                  <a:srgbClr val="000000"/>
                </a:solidFill>
                <a:latin typeface="Calibri"/>
                <a:ea typeface="Calibri"/>
                <a:cs typeface="Calibri"/>
                <a:sym typeface="Calibri"/>
              </a:rPr>
              <a:t>Extraordinary Session of the Assembly </a:t>
            </a:r>
            <a:r>
              <a:rPr b="0" i="0" lang="en-US" sz="1800" u="none" cap="none" strike="noStrike">
                <a:solidFill>
                  <a:srgbClr val="000000"/>
                </a:solidFill>
                <a:latin typeface="Calibri"/>
                <a:ea typeface="Calibri"/>
                <a:cs typeface="Calibri"/>
                <a:sym typeface="Calibri"/>
              </a:rPr>
              <a:t>untuk memilih anggota Dewan untuk mengisi penambahan kursi.</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id="345" name="Google Shape;345;p56"/>
          <p:cNvPicPr preferRelativeResize="0"/>
          <p:nvPr/>
        </p:nvPicPr>
        <p:blipFill rotWithShape="1">
          <a:blip r:embed="rId3">
            <a:alphaModFix/>
          </a:blip>
          <a:srcRect b="0" l="2216" r="66686" t="9423"/>
          <a:stretch/>
        </p:blipFill>
        <p:spPr>
          <a:xfrm>
            <a:off x="10018589" y="95410"/>
            <a:ext cx="2101850" cy="555243"/>
          </a:xfrm>
          <a:prstGeom prst="rect">
            <a:avLst/>
          </a:prstGeom>
          <a:solidFill>
            <a:srgbClr val="D8D8D8"/>
          </a:solidFill>
          <a:ln>
            <a:noFill/>
          </a:ln>
        </p:spPr>
      </p:pic>
      <p:sp>
        <p:nvSpPr>
          <p:cNvPr id="346" name="Google Shape;346;p56"/>
          <p:cNvSpPr txBox="1"/>
          <p:nvPr/>
        </p:nvSpPr>
        <p:spPr>
          <a:xfrm>
            <a:off x="10686398" y="243578"/>
            <a:ext cx="1448858" cy="266430"/>
          </a:xfrm>
          <a:prstGeom prst="rect">
            <a:avLst/>
          </a:prstGeom>
          <a:noFill/>
          <a:ln>
            <a:noFill/>
          </a:ln>
        </p:spPr>
        <p:txBody>
          <a:bodyPr anchorCtr="0" anchor="t" bIns="30250" lIns="60450" spcFirstLastPara="1" rIns="60450" wrap="square" tIns="30250">
            <a:spAutoFit/>
          </a:bodyPr>
          <a:lstStyle/>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KEMENTERIAN PERHUBUNGAN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REPUBLIK INDONESIA</a:t>
            </a:r>
            <a:endParaRPr b="0" i="0" sz="1400" u="none" cap="none" strike="noStrike">
              <a:solidFill>
                <a:srgbClr val="000000"/>
              </a:solidFill>
              <a:latin typeface="Arial"/>
              <a:ea typeface="Arial"/>
              <a:cs typeface="Arial"/>
              <a:sym typeface="Arial"/>
            </a:endParaRPr>
          </a:p>
        </p:txBody>
      </p:sp>
      <p:pic>
        <p:nvPicPr>
          <p:cNvPr id="347" name="Google Shape;347;p56"/>
          <p:cNvPicPr preferRelativeResize="0"/>
          <p:nvPr/>
        </p:nvPicPr>
        <p:blipFill rotWithShape="1">
          <a:blip r:embed="rId4">
            <a:alphaModFix/>
          </a:blip>
          <a:srcRect b="0" l="0" r="0" t="0"/>
          <a:stretch/>
        </p:blipFill>
        <p:spPr>
          <a:xfrm>
            <a:off x="10440864" y="241461"/>
            <a:ext cx="245533" cy="282575"/>
          </a:xfrm>
          <a:prstGeom prst="rect">
            <a:avLst/>
          </a:prstGeom>
          <a:noFill/>
          <a:ln>
            <a:noFill/>
          </a:ln>
        </p:spPr>
      </p:pic>
      <p:sp>
        <p:nvSpPr>
          <p:cNvPr id="348" name="Google Shape;348;p56"/>
          <p:cNvSpPr/>
          <p:nvPr/>
        </p:nvSpPr>
        <p:spPr>
          <a:xfrm>
            <a:off x="10068331" y="221353"/>
            <a:ext cx="298450" cy="28892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49" name="Google Shape;349;p56"/>
          <p:cNvSpPr txBox="1"/>
          <p:nvPr/>
        </p:nvSpPr>
        <p:spPr>
          <a:xfrm>
            <a:off x="177000" y="47593"/>
            <a:ext cx="9891331" cy="377882"/>
          </a:xfrm>
          <a:prstGeom prst="rect">
            <a:avLst/>
          </a:prstGeom>
          <a:noFill/>
          <a:ln>
            <a:noFill/>
          </a:ln>
        </p:spPr>
        <p:txBody>
          <a:bodyPr anchorCtr="0" anchor="t" bIns="0" lIns="0" spcFirstLastPara="1" rIns="0" wrap="square" tIns="8450">
            <a:spAutoFit/>
          </a:bodyPr>
          <a:lstStyle/>
          <a:p>
            <a:pPr indent="0" lvl="0" marL="8467" marR="0" rtl="0" algn="l">
              <a:lnSpc>
                <a:spcPct val="100000"/>
              </a:lnSpc>
              <a:spcBef>
                <a:spcPts val="0"/>
              </a:spcBef>
              <a:spcAft>
                <a:spcPts val="0"/>
              </a:spcAft>
              <a:buClr>
                <a:srgbClr val="000000"/>
              </a:buClr>
              <a:buSzPts val="2400"/>
              <a:buFont typeface="Arial"/>
              <a:buNone/>
            </a:pPr>
            <a:r>
              <a:rPr b="1" i="0" lang="en-US" sz="2400" u="none" cap="none" strike="noStrike">
                <a:solidFill>
                  <a:srgbClr val="001F5F"/>
                </a:solidFill>
                <a:latin typeface="Calibri"/>
                <a:ea typeface="Calibri"/>
                <a:cs typeface="Calibri"/>
                <a:sym typeface="Calibri"/>
              </a:rPr>
              <a:t>PERBANDINGAN KOMPOSISI ANGGOTA DEWAN ICAO</a:t>
            </a:r>
            <a:endParaRPr b="1" i="0" sz="2400" u="none" cap="none" strike="noStrike">
              <a:solidFill>
                <a:srgbClr val="001F5F"/>
              </a:solidFill>
              <a:latin typeface="Calibri"/>
              <a:ea typeface="Calibri"/>
              <a:cs typeface="Calibri"/>
              <a:sym typeface="Calibri"/>
            </a:endParaRPr>
          </a:p>
        </p:txBody>
      </p:sp>
      <p:sp>
        <p:nvSpPr>
          <p:cNvPr id="350" name="Google Shape;350;p56"/>
          <p:cNvSpPr txBox="1"/>
          <p:nvPr/>
        </p:nvSpPr>
        <p:spPr>
          <a:xfrm>
            <a:off x="11556886" y="6416675"/>
            <a:ext cx="379527" cy="3651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1" i="0" lang="en-US" sz="1400" u="none" cap="none" strike="noStrike">
                <a:solidFill>
                  <a:srgbClr val="000000"/>
                </a:solidFill>
                <a:latin typeface="Quattrocento Sans"/>
                <a:ea typeface="Quattrocento Sans"/>
                <a:cs typeface="Quattrocento Sans"/>
                <a:sym typeface="Quattrocento Sans"/>
              </a:rPr>
              <a:t>‹#›</a:t>
            </a:fld>
            <a:endParaRPr b="1" i="0" sz="1400" u="none" cap="none" strike="noStrike">
              <a:solidFill>
                <a:srgbClr val="000000"/>
              </a:solidFill>
              <a:latin typeface="Quattrocento Sans"/>
              <a:ea typeface="Quattrocento Sans"/>
              <a:cs typeface="Quattrocento Sans"/>
              <a:sym typeface="Quattrocento Sans"/>
            </a:endParaRPr>
          </a:p>
        </p:txBody>
      </p:sp>
      <p:cxnSp>
        <p:nvCxnSpPr>
          <p:cNvPr id="351" name="Google Shape;351;p56"/>
          <p:cNvCxnSpPr/>
          <p:nvPr/>
        </p:nvCxnSpPr>
        <p:spPr>
          <a:xfrm>
            <a:off x="11644313" y="6484937"/>
            <a:ext cx="0" cy="177800"/>
          </a:xfrm>
          <a:prstGeom prst="straightConnector1">
            <a:avLst/>
          </a:prstGeom>
          <a:noFill/>
          <a:ln cap="flat" cmpd="sng" w="38100">
            <a:solidFill>
              <a:schemeClr val="dk1"/>
            </a:solidFill>
            <a:prstDash val="solid"/>
            <a:round/>
            <a:headEnd len="sm" w="sm" type="none"/>
            <a:tailEnd len="sm" w="sm" type="none"/>
          </a:ln>
        </p:spPr>
      </p:cxnSp>
      <p:sp>
        <p:nvSpPr>
          <p:cNvPr id="352" name="Google Shape;352;p56"/>
          <p:cNvSpPr txBox="1"/>
          <p:nvPr/>
        </p:nvSpPr>
        <p:spPr>
          <a:xfrm>
            <a:off x="279188" y="3048000"/>
            <a:ext cx="11677650" cy="2431435"/>
          </a:xfrm>
          <a:prstGeom prst="rect">
            <a:avLst/>
          </a:prstGeom>
          <a:noFill/>
          <a:ln cap="flat" cmpd="sng" w="38100">
            <a:solidFill>
              <a:srgbClr val="0F243E"/>
            </a:solidFill>
            <a:prstDash val="solid"/>
            <a:round/>
            <a:headEnd len="sm" w="sm" type="none"/>
            <a:tailEnd len="sm" w="sm" type="none"/>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231775"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a:p>
            <a:pPr indent="0" lvl="0" marL="231775"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a:p>
            <a:pPr indent="0" lvl="0" marL="231775"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Sesudah Pemberlakuan </a:t>
            </a:r>
            <a:endParaRPr b="0" i="0" sz="1400" u="none" cap="none" strike="noStrike">
              <a:solidFill>
                <a:srgbClr val="000000"/>
              </a:solidFill>
              <a:latin typeface="Arial"/>
              <a:ea typeface="Arial"/>
              <a:cs typeface="Arial"/>
              <a:sym typeface="Arial"/>
            </a:endParaRPr>
          </a:p>
          <a:p>
            <a:pPr indent="0" lvl="0" marL="213995"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Pasal 50(a)</a:t>
            </a:r>
            <a:endParaRPr b="0" i="0" sz="1500" u="none" cap="none" strike="noStrike">
              <a:solidFill>
                <a:srgbClr val="000000"/>
              </a:solidFill>
              <a:latin typeface="Arial"/>
              <a:ea typeface="Arial"/>
              <a:cs typeface="Arial"/>
              <a:sym typeface="Arial"/>
            </a:endParaRPr>
          </a:p>
          <a:p>
            <a:pPr indent="0" lvl="0" marL="213995" marR="9668510" rtl="0" algn="l">
              <a:lnSpc>
                <a:spcPct val="100000"/>
              </a:lnSpc>
              <a:spcBef>
                <a:spcPts val="60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Kategori I: 10 Kursi Kategori II: 12 Kursi</a:t>
            </a:r>
            <a:endParaRPr b="0" i="0" sz="1500" u="none" cap="none" strike="noStrike">
              <a:solidFill>
                <a:srgbClr val="000000"/>
              </a:solidFill>
              <a:latin typeface="Arial"/>
              <a:ea typeface="Arial"/>
              <a:cs typeface="Arial"/>
              <a:sym typeface="Arial"/>
            </a:endParaRPr>
          </a:p>
          <a:p>
            <a:pPr indent="0" lvl="0" marL="213995"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Kategori III: 14 Kursi </a:t>
            </a:r>
            <a:endParaRPr b="0" i="0" sz="1400" u="none" cap="none" strike="noStrike">
              <a:solidFill>
                <a:srgbClr val="000000"/>
              </a:solidFill>
              <a:latin typeface="Arial"/>
              <a:ea typeface="Arial"/>
              <a:cs typeface="Arial"/>
              <a:sym typeface="Arial"/>
            </a:endParaRPr>
          </a:p>
          <a:p>
            <a:pPr indent="0" lvl="0" marL="21399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21399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nvGrpSpPr>
          <p:cNvPr id="353" name="Google Shape;353;p56"/>
          <p:cNvGrpSpPr/>
          <p:nvPr/>
        </p:nvGrpSpPr>
        <p:grpSpPr>
          <a:xfrm>
            <a:off x="2945027" y="4104567"/>
            <a:ext cx="375920" cy="476714"/>
            <a:chOff x="3735917" y="4920206"/>
            <a:chExt cx="375920" cy="476714"/>
          </a:xfrm>
        </p:grpSpPr>
        <p:pic>
          <p:nvPicPr>
            <p:cNvPr id="354" name="Google Shape;354;p56"/>
            <p:cNvPicPr preferRelativeResize="0"/>
            <p:nvPr/>
          </p:nvPicPr>
          <p:blipFill rotWithShape="1">
            <a:blip r:embed="rId6">
              <a:alphaModFix/>
            </a:blip>
            <a:srcRect b="0" l="0" r="0" t="0"/>
            <a:stretch/>
          </p:blipFill>
          <p:spPr>
            <a:xfrm>
              <a:off x="3823606" y="4920206"/>
              <a:ext cx="200432" cy="231877"/>
            </a:xfrm>
            <a:prstGeom prst="rect">
              <a:avLst/>
            </a:prstGeom>
            <a:noFill/>
            <a:ln>
              <a:noFill/>
            </a:ln>
          </p:spPr>
        </p:pic>
        <p:sp>
          <p:nvSpPr>
            <p:cNvPr id="355" name="Google Shape;355;p56"/>
            <p:cNvSpPr/>
            <p:nvPr/>
          </p:nvSpPr>
          <p:spPr>
            <a:xfrm>
              <a:off x="3735917" y="507688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2"/>
                  </a:lnTo>
                  <a:lnTo>
                    <a:pt x="274091" y="273777"/>
                  </a:lnTo>
                  <a:lnTo>
                    <a:pt x="267033" y="280849"/>
                  </a:lnTo>
                  <a:lnTo>
                    <a:pt x="263361" y="289770"/>
                  </a:lnTo>
                  <a:lnTo>
                    <a:pt x="292511" y="319548"/>
                  </a:lnTo>
                  <a:lnTo>
                    <a:pt x="301844" y="315735"/>
                  </a:lnTo>
                  <a:lnTo>
                    <a:pt x="302972"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6"/>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56" name="Google Shape;356;p56"/>
          <p:cNvGrpSpPr/>
          <p:nvPr/>
        </p:nvGrpSpPr>
        <p:grpSpPr>
          <a:xfrm>
            <a:off x="3394480" y="4104567"/>
            <a:ext cx="375920" cy="476714"/>
            <a:chOff x="4185370" y="4920206"/>
            <a:chExt cx="375920" cy="476714"/>
          </a:xfrm>
        </p:grpSpPr>
        <p:pic>
          <p:nvPicPr>
            <p:cNvPr id="357" name="Google Shape;357;p56"/>
            <p:cNvPicPr preferRelativeResize="0"/>
            <p:nvPr/>
          </p:nvPicPr>
          <p:blipFill rotWithShape="1">
            <a:blip r:embed="rId6">
              <a:alphaModFix/>
            </a:blip>
            <a:srcRect b="0" l="0" r="0" t="0"/>
            <a:stretch/>
          </p:blipFill>
          <p:spPr>
            <a:xfrm>
              <a:off x="4273060" y="4920206"/>
              <a:ext cx="200432" cy="231877"/>
            </a:xfrm>
            <a:prstGeom prst="rect">
              <a:avLst/>
            </a:prstGeom>
            <a:noFill/>
            <a:ln>
              <a:noFill/>
            </a:ln>
          </p:spPr>
        </p:pic>
        <p:sp>
          <p:nvSpPr>
            <p:cNvPr id="358" name="Google Shape;358;p56"/>
            <p:cNvSpPr/>
            <p:nvPr/>
          </p:nvSpPr>
          <p:spPr>
            <a:xfrm>
              <a:off x="4185370" y="507688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2"/>
                  </a:lnTo>
                  <a:lnTo>
                    <a:pt x="274091" y="273777"/>
                  </a:lnTo>
                  <a:lnTo>
                    <a:pt x="267033" y="280849"/>
                  </a:lnTo>
                  <a:lnTo>
                    <a:pt x="263361" y="289770"/>
                  </a:lnTo>
                  <a:lnTo>
                    <a:pt x="292511" y="319548"/>
                  </a:lnTo>
                  <a:lnTo>
                    <a:pt x="301844" y="315735"/>
                  </a:lnTo>
                  <a:lnTo>
                    <a:pt x="302972"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6"/>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59" name="Google Shape;359;p56"/>
          <p:cNvGrpSpPr/>
          <p:nvPr/>
        </p:nvGrpSpPr>
        <p:grpSpPr>
          <a:xfrm>
            <a:off x="3844060" y="4104567"/>
            <a:ext cx="375920" cy="476714"/>
            <a:chOff x="4634950" y="4920206"/>
            <a:chExt cx="375920" cy="476714"/>
          </a:xfrm>
        </p:grpSpPr>
        <p:pic>
          <p:nvPicPr>
            <p:cNvPr id="360" name="Google Shape;360;p56"/>
            <p:cNvPicPr preferRelativeResize="0"/>
            <p:nvPr/>
          </p:nvPicPr>
          <p:blipFill rotWithShape="1">
            <a:blip r:embed="rId6">
              <a:alphaModFix/>
            </a:blip>
            <a:srcRect b="0" l="0" r="0" t="0"/>
            <a:stretch/>
          </p:blipFill>
          <p:spPr>
            <a:xfrm>
              <a:off x="4722639" y="4920206"/>
              <a:ext cx="200432" cy="231877"/>
            </a:xfrm>
            <a:prstGeom prst="rect">
              <a:avLst/>
            </a:prstGeom>
            <a:noFill/>
            <a:ln>
              <a:noFill/>
            </a:ln>
          </p:spPr>
        </p:pic>
        <p:sp>
          <p:nvSpPr>
            <p:cNvPr id="361" name="Google Shape;361;p56"/>
            <p:cNvSpPr/>
            <p:nvPr/>
          </p:nvSpPr>
          <p:spPr>
            <a:xfrm>
              <a:off x="4634950" y="507688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2"/>
                  </a:lnTo>
                  <a:lnTo>
                    <a:pt x="274091" y="273777"/>
                  </a:lnTo>
                  <a:lnTo>
                    <a:pt x="267033" y="280849"/>
                  </a:lnTo>
                  <a:lnTo>
                    <a:pt x="263361" y="289770"/>
                  </a:lnTo>
                  <a:lnTo>
                    <a:pt x="292511" y="319548"/>
                  </a:lnTo>
                  <a:lnTo>
                    <a:pt x="301844" y="315735"/>
                  </a:lnTo>
                  <a:lnTo>
                    <a:pt x="302972"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6"/>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62" name="Google Shape;362;p56"/>
          <p:cNvGrpSpPr/>
          <p:nvPr/>
        </p:nvGrpSpPr>
        <p:grpSpPr>
          <a:xfrm>
            <a:off x="4293640" y="4104567"/>
            <a:ext cx="375920" cy="476714"/>
            <a:chOff x="5084530" y="4920206"/>
            <a:chExt cx="375920" cy="476714"/>
          </a:xfrm>
        </p:grpSpPr>
        <p:pic>
          <p:nvPicPr>
            <p:cNvPr id="363" name="Google Shape;363;p56"/>
            <p:cNvPicPr preferRelativeResize="0"/>
            <p:nvPr/>
          </p:nvPicPr>
          <p:blipFill rotWithShape="1">
            <a:blip r:embed="rId6">
              <a:alphaModFix/>
            </a:blip>
            <a:srcRect b="0" l="0" r="0" t="0"/>
            <a:stretch/>
          </p:blipFill>
          <p:spPr>
            <a:xfrm>
              <a:off x="5172219" y="4920206"/>
              <a:ext cx="200432" cy="231877"/>
            </a:xfrm>
            <a:prstGeom prst="rect">
              <a:avLst/>
            </a:prstGeom>
            <a:noFill/>
            <a:ln>
              <a:noFill/>
            </a:ln>
          </p:spPr>
        </p:pic>
        <p:sp>
          <p:nvSpPr>
            <p:cNvPr id="364" name="Google Shape;364;p56"/>
            <p:cNvSpPr/>
            <p:nvPr/>
          </p:nvSpPr>
          <p:spPr>
            <a:xfrm>
              <a:off x="5084530" y="507688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2"/>
                  </a:lnTo>
                  <a:lnTo>
                    <a:pt x="274091" y="273777"/>
                  </a:lnTo>
                  <a:lnTo>
                    <a:pt x="267033" y="280849"/>
                  </a:lnTo>
                  <a:lnTo>
                    <a:pt x="263361" y="289770"/>
                  </a:lnTo>
                  <a:lnTo>
                    <a:pt x="292511" y="319548"/>
                  </a:lnTo>
                  <a:lnTo>
                    <a:pt x="301844" y="315735"/>
                  </a:lnTo>
                  <a:lnTo>
                    <a:pt x="302972"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6"/>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65" name="Google Shape;365;p56"/>
          <p:cNvGrpSpPr/>
          <p:nvPr/>
        </p:nvGrpSpPr>
        <p:grpSpPr>
          <a:xfrm>
            <a:off x="4743220" y="4104567"/>
            <a:ext cx="375920" cy="476714"/>
            <a:chOff x="5534110" y="4920206"/>
            <a:chExt cx="375920" cy="476714"/>
          </a:xfrm>
        </p:grpSpPr>
        <p:pic>
          <p:nvPicPr>
            <p:cNvPr id="366" name="Google Shape;366;p56"/>
            <p:cNvPicPr preferRelativeResize="0"/>
            <p:nvPr/>
          </p:nvPicPr>
          <p:blipFill rotWithShape="1">
            <a:blip r:embed="rId7">
              <a:alphaModFix/>
            </a:blip>
            <a:srcRect b="0" l="0" r="0" t="0"/>
            <a:stretch/>
          </p:blipFill>
          <p:spPr>
            <a:xfrm>
              <a:off x="5621799" y="4920206"/>
              <a:ext cx="200432" cy="231877"/>
            </a:xfrm>
            <a:prstGeom prst="rect">
              <a:avLst/>
            </a:prstGeom>
            <a:noFill/>
            <a:ln>
              <a:noFill/>
            </a:ln>
          </p:spPr>
        </p:pic>
        <p:sp>
          <p:nvSpPr>
            <p:cNvPr id="367" name="Google Shape;367;p56"/>
            <p:cNvSpPr/>
            <p:nvPr/>
          </p:nvSpPr>
          <p:spPr>
            <a:xfrm>
              <a:off x="5534110" y="507688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2"/>
                  </a:lnTo>
                  <a:lnTo>
                    <a:pt x="274091" y="273777"/>
                  </a:lnTo>
                  <a:lnTo>
                    <a:pt x="267033" y="280849"/>
                  </a:lnTo>
                  <a:lnTo>
                    <a:pt x="263361" y="289770"/>
                  </a:lnTo>
                  <a:lnTo>
                    <a:pt x="292511" y="319548"/>
                  </a:lnTo>
                  <a:lnTo>
                    <a:pt x="301844" y="315735"/>
                  </a:lnTo>
                  <a:lnTo>
                    <a:pt x="302972"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6"/>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68" name="Google Shape;368;p56"/>
          <p:cNvGrpSpPr/>
          <p:nvPr/>
        </p:nvGrpSpPr>
        <p:grpSpPr>
          <a:xfrm>
            <a:off x="5192673" y="4104567"/>
            <a:ext cx="375920" cy="476714"/>
            <a:chOff x="5983563" y="4920206"/>
            <a:chExt cx="375920" cy="476714"/>
          </a:xfrm>
        </p:grpSpPr>
        <p:pic>
          <p:nvPicPr>
            <p:cNvPr id="369" name="Google Shape;369;p56"/>
            <p:cNvPicPr preferRelativeResize="0"/>
            <p:nvPr/>
          </p:nvPicPr>
          <p:blipFill rotWithShape="1">
            <a:blip r:embed="rId6">
              <a:alphaModFix/>
            </a:blip>
            <a:srcRect b="0" l="0" r="0" t="0"/>
            <a:stretch/>
          </p:blipFill>
          <p:spPr>
            <a:xfrm>
              <a:off x="6071252" y="4920206"/>
              <a:ext cx="200432" cy="231877"/>
            </a:xfrm>
            <a:prstGeom prst="rect">
              <a:avLst/>
            </a:prstGeom>
            <a:noFill/>
            <a:ln>
              <a:noFill/>
            </a:ln>
          </p:spPr>
        </p:pic>
        <p:sp>
          <p:nvSpPr>
            <p:cNvPr id="370" name="Google Shape;370;p56"/>
            <p:cNvSpPr/>
            <p:nvPr/>
          </p:nvSpPr>
          <p:spPr>
            <a:xfrm>
              <a:off x="5983563" y="507688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2"/>
                  </a:lnTo>
                  <a:lnTo>
                    <a:pt x="274091" y="273777"/>
                  </a:lnTo>
                  <a:lnTo>
                    <a:pt x="267034" y="280849"/>
                  </a:lnTo>
                  <a:lnTo>
                    <a:pt x="263361" y="289770"/>
                  </a:lnTo>
                  <a:lnTo>
                    <a:pt x="292511" y="319548"/>
                  </a:lnTo>
                  <a:lnTo>
                    <a:pt x="301844" y="315735"/>
                  </a:lnTo>
                  <a:lnTo>
                    <a:pt x="302973"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6"/>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1" name="Google Shape;371;p56"/>
          <p:cNvGrpSpPr/>
          <p:nvPr/>
        </p:nvGrpSpPr>
        <p:grpSpPr>
          <a:xfrm>
            <a:off x="5642253" y="4104567"/>
            <a:ext cx="375920" cy="476714"/>
            <a:chOff x="6433143" y="4920206"/>
            <a:chExt cx="375920" cy="476714"/>
          </a:xfrm>
        </p:grpSpPr>
        <p:pic>
          <p:nvPicPr>
            <p:cNvPr id="372" name="Google Shape;372;p56"/>
            <p:cNvPicPr preferRelativeResize="0"/>
            <p:nvPr/>
          </p:nvPicPr>
          <p:blipFill rotWithShape="1">
            <a:blip r:embed="rId6">
              <a:alphaModFix/>
            </a:blip>
            <a:srcRect b="0" l="0" r="0" t="0"/>
            <a:stretch/>
          </p:blipFill>
          <p:spPr>
            <a:xfrm>
              <a:off x="6520832" y="4920206"/>
              <a:ext cx="200432" cy="231877"/>
            </a:xfrm>
            <a:prstGeom prst="rect">
              <a:avLst/>
            </a:prstGeom>
            <a:noFill/>
            <a:ln>
              <a:noFill/>
            </a:ln>
          </p:spPr>
        </p:pic>
        <p:sp>
          <p:nvSpPr>
            <p:cNvPr id="373" name="Google Shape;373;p56"/>
            <p:cNvSpPr/>
            <p:nvPr/>
          </p:nvSpPr>
          <p:spPr>
            <a:xfrm>
              <a:off x="6433143" y="507688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2"/>
                  </a:lnTo>
                  <a:lnTo>
                    <a:pt x="274091" y="273777"/>
                  </a:lnTo>
                  <a:lnTo>
                    <a:pt x="267034" y="280849"/>
                  </a:lnTo>
                  <a:lnTo>
                    <a:pt x="263361" y="289770"/>
                  </a:lnTo>
                  <a:lnTo>
                    <a:pt x="292511" y="319548"/>
                  </a:lnTo>
                  <a:lnTo>
                    <a:pt x="301844" y="315735"/>
                  </a:lnTo>
                  <a:lnTo>
                    <a:pt x="302973"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6"/>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4" name="Google Shape;374;p56"/>
          <p:cNvGrpSpPr/>
          <p:nvPr/>
        </p:nvGrpSpPr>
        <p:grpSpPr>
          <a:xfrm>
            <a:off x="6091833" y="4104567"/>
            <a:ext cx="375920" cy="476714"/>
            <a:chOff x="6882723" y="4920206"/>
            <a:chExt cx="375920" cy="476714"/>
          </a:xfrm>
        </p:grpSpPr>
        <p:pic>
          <p:nvPicPr>
            <p:cNvPr id="375" name="Google Shape;375;p56"/>
            <p:cNvPicPr preferRelativeResize="0"/>
            <p:nvPr/>
          </p:nvPicPr>
          <p:blipFill rotWithShape="1">
            <a:blip r:embed="rId6">
              <a:alphaModFix/>
            </a:blip>
            <a:srcRect b="0" l="0" r="0" t="0"/>
            <a:stretch/>
          </p:blipFill>
          <p:spPr>
            <a:xfrm>
              <a:off x="6970412" y="4920206"/>
              <a:ext cx="200432" cy="231877"/>
            </a:xfrm>
            <a:prstGeom prst="rect">
              <a:avLst/>
            </a:prstGeom>
            <a:noFill/>
            <a:ln>
              <a:noFill/>
            </a:ln>
          </p:spPr>
        </p:pic>
        <p:sp>
          <p:nvSpPr>
            <p:cNvPr id="376" name="Google Shape;376;p56"/>
            <p:cNvSpPr/>
            <p:nvPr/>
          </p:nvSpPr>
          <p:spPr>
            <a:xfrm>
              <a:off x="6882723" y="507688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2"/>
                  </a:lnTo>
                  <a:lnTo>
                    <a:pt x="274091" y="273777"/>
                  </a:lnTo>
                  <a:lnTo>
                    <a:pt x="267034" y="280849"/>
                  </a:lnTo>
                  <a:lnTo>
                    <a:pt x="263361" y="289770"/>
                  </a:lnTo>
                  <a:lnTo>
                    <a:pt x="292511" y="319548"/>
                  </a:lnTo>
                  <a:lnTo>
                    <a:pt x="301844" y="315735"/>
                  </a:lnTo>
                  <a:lnTo>
                    <a:pt x="302973"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6"/>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7" name="Google Shape;377;p56"/>
          <p:cNvGrpSpPr/>
          <p:nvPr/>
        </p:nvGrpSpPr>
        <p:grpSpPr>
          <a:xfrm>
            <a:off x="6541412" y="4104567"/>
            <a:ext cx="375920" cy="476714"/>
            <a:chOff x="7332302" y="4920206"/>
            <a:chExt cx="375920" cy="476714"/>
          </a:xfrm>
        </p:grpSpPr>
        <p:pic>
          <p:nvPicPr>
            <p:cNvPr id="378" name="Google Shape;378;p56"/>
            <p:cNvPicPr preferRelativeResize="0"/>
            <p:nvPr/>
          </p:nvPicPr>
          <p:blipFill rotWithShape="1">
            <a:blip r:embed="rId6">
              <a:alphaModFix/>
            </a:blip>
            <a:srcRect b="0" l="0" r="0" t="0"/>
            <a:stretch/>
          </p:blipFill>
          <p:spPr>
            <a:xfrm>
              <a:off x="7419989" y="4920206"/>
              <a:ext cx="200429" cy="231877"/>
            </a:xfrm>
            <a:prstGeom prst="rect">
              <a:avLst/>
            </a:prstGeom>
            <a:noFill/>
            <a:ln>
              <a:noFill/>
            </a:ln>
          </p:spPr>
        </p:pic>
        <p:sp>
          <p:nvSpPr>
            <p:cNvPr id="379" name="Google Shape;379;p56"/>
            <p:cNvSpPr/>
            <p:nvPr/>
          </p:nvSpPr>
          <p:spPr>
            <a:xfrm>
              <a:off x="7332302" y="5076880"/>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5"/>
                  </a:lnTo>
                  <a:lnTo>
                    <a:pt x="166205" y="307201"/>
                  </a:lnTo>
                  <a:lnTo>
                    <a:pt x="172787" y="314666"/>
                  </a:lnTo>
                  <a:lnTo>
                    <a:pt x="181419" y="318880"/>
                  </a:lnTo>
                  <a:lnTo>
                    <a:pt x="190999" y="319548"/>
                  </a:lnTo>
                  <a:lnTo>
                    <a:pt x="200429" y="316377"/>
                  </a:lnTo>
                  <a:lnTo>
                    <a:pt x="207891" y="309791"/>
                  </a:lnTo>
                  <a:lnTo>
                    <a:pt x="212102" y="301155"/>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2"/>
                  </a:lnTo>
                  <a:lnTo>
                    <a:pt x="274087" y="273777"/>
                  </a:lnTo>
                  <a:lnTo>
                    <a:pt x="267030" y="280849"/>
                  </a:lnTo>
                  <a:lnTo>
                    <a:pt x="263357" y="289770"/>
                  </a:lnTo>
                  <a:lnTo>
                    <a:pt x="292507" y="319548"/>
                  </a:lnTo>
                  <a:lnTo>
                    <a:pt x="301840" y="315735"/>
                  </a:lnTo>
                  <a:lnTo>
                    <a:pt x="302968" y="314666"/>
                  </a:lnTo>
                  <a:lnTo>
                    <a:pt x="308949" y="308674"/>
                  </a:lnTo>
                  <a:lnTo>
                    <a:pt x="309586" y="307201"/>
                  </a:lnTo>
                  <a:lnTo>
                    <a:pt x="312674" y="299699"/>
                  </a:lnTo>
                  <a:lnTo>
                    <a:pt x="312620" y="289770"/>
                  </a:lnTo>
                  <a:lnTo>
                    <a:pt x="308980" y="280849"/>
                  </a:lnTo>
                  <a:lnTo>
                    <a:pt x="306626" y="277281"/>
                  </a:lnTo>
                  <a:lnTo>
                    <a:pt x="303442" y="274414"/>
                  </a:lnTo>
                  <a:lnTo>
                    <a:pt x="299705" y="272451"/>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1476" y="1477"/>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5"/>
                  </a:lnTo>
                  <a:lnTo>
                    <a:pt x="70825" y="148882"/>
                  </a:lnTo>
                  <a:lnTo>
                    <a:pt x="76347" y="153082"/>
                  </a:lnTo>
                  <a:lnTo>
                    <a:pt x="82756" y="155739"/>
                  </a:lnTo>
                  <a:lnTo>
                    <a:pt x="89744" y="156674"/>
                  </a:lnTo>
                  <a:lnTo>
                    <a:pt x="286055" y="156674"/>
                  </a:lnTo>
                  <a:lnTo>
                    <a:pt x="293044" y="155739"/>
                  </a:lnTo>
                  <a:lnTo>
                    <a:pt x="299452" y="153083"/>
                  </a:lnTo>
                  <a:lnTo>
                    <a:pt x="304973" y="148882"/>
                  </a:lnTo>
                  <a:lnTo>
                    <a:pt x="309298" y="143315"/>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3"/>
                  </a:moveTo>
                  <a:lnTo>
                    <a:pt x="89458" y="100542"/>
                  </a:lnTo>
                  <a:lnTo>
                    <a:pt x="65202" y="116262"/>
                  </a:lnTo>
                  <a:lnTo>
                    <a:pt x="310603" y="116262"/>
                  </a:lnTo>
                  <a:lnTo>
                    <a:pt x="306392" y="109756"/>
                  </a:lnTo>
                  <a:lnTo>
                    <a:pt x="300635" y="104792"/>
                  </a:lnTo>
                  <a:lnTo>
                    <a:pt x="293725" y="101622"/>
                  </a:lnTo>
                  <a:lnTo>
                    <a:pt x="286341" y="100543"/>
                  </a:lnTo>
                  <a:close/>
                </a:path>
                <a:path extrusionOk="0" h="320039" w="375920">
                  <a:moveTo>
                    <a:pt x="357015" y="0"/>
                  </a:moveTo>
                  <a:lnTo>
                    <a:pt x="318384" y="1477"/>
                  </a:lnTo>
                  <a:lnTo>
                    <a:pt x="306907" y="18800"/>
                  </a:lnTo>
                  <a:lnTo>
                    <a:pt x="306923" y="26744"/>
                  </a:lnTo>
                  <a:lnTo>
                    <a:pt x="311944" y="33815"/>
                  </a:lnTo>
                  <a:lnTo>
                    <a:pt x="319434" y="36447"/>
                  </a:lnTo>
                  <a:lnTo>
                    <a:pt x="319418" y="106961"/>
                  </a:lnTo>
                  <a:lnTo>
                    <a:pt x="316078" y="112915"/>
                  </a:lnTo>
                  <a:lnTo>
                    <a:pt x="310603" y="116262"/>
                  </a:lnTo>
                  <a:lnTo>
                    <a:pt x="341381" y="116262"/>
                  </a:lnTo>
                  <a:lnTo>
                    <a:pt x="341848" y="115444"/>
                  </a:lnTo>
                  <a:lnTo>
                    <a:pt x="344488" y="100543"/>
                  </a:lnTo>
                  <a:lnTo>
                    <a:pt x="344488" y="37601"/>
                  </a:lnTo>
                  <a:lnTo>
                    <a:pt x="357015" y="37601"/>
                  </a:lnTo>
                  <a:lnTo>
                    <a:pt x="364328" y="36124"/>
                  </a:lnTo>
                  <a:lnTo>
                    <a:pt x="370301" y="32094"/>
                  </a:lnTo>
                  <a:lnTo>
                    <a:pt x="374328" y="26118"/>
                  </a:lnTo>
                  <a:lnTo>
                    <a:pt x="375805" y="18800"/>
                  </a:lnTo>
                  <a:lnTo>
                    <a:pt x="374328" y="11483"/>
                  </a:lnTo>
                  <a:lnTo>
                    <a:pt x="370301" y="5507"/>
                  </a:lnTo>
                  <a:lnTo>
                    <a:pt x="364328" y="1477"/>
                  </a:lnTo>
                  <a:lnTo>
                    <a:pt x="357015"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0" name="Google Shape;380;p56"/>
          <p:cNvGrpSpPr/>
          <p:nvPr/>
        </p:nvGrpSpPr>
        <p:grpSpPr>
          <a:xfrm>
            <a:off x="6990993" y="4104567"/>
            <a:ext cx="375920" cy="476714"/>
            <a:chOff x="7781883" y="4920206"/>
            <a:chExt cx="375920" cy="476714"/>
          </a:xfrm>
        </p:grpSpPr>
        <p:pic>
          <p:nvPicPr>
            <p:cNvPr id="381" name="Google Shape;381;p56"/>
            <p:cNvPicPr preferRelativeResize="0"/>
            <p:nvPr/>
          </p:nvPicPr>
          <p:blipFill rotWithShape="1">
            <a:blip r:embed="rId6">
              <a:alphaModFix/>
            </a:blip>
            <a:srcRect b="0" l="0" r="0" t="0"/>
            <a:stretch/>
          </p:blipFill>
          <p:spPr>
            <a:xfrm>
              <a:off x="7869573" y="4920206"/>
              <a:ext cx="200432" cy="231877"/>
            </a:xfrm>
            <a:prstGeom prst="rect">
              <a:avLst/>
            </a:prstGeom>
            <a:noFill/>
            <a:ln>
              <a:noFill/>
            </a:ln>
          </p:spPr>
        </p:pic>
        <p:sp>
          <p:nvSpPr>
            <p:cNvPr id="382" name="Google Shape;382;p56"/>
            <p:cNvSpPr/>
            <p:nvPr/>
          </p:nvSpPr>
          <p:spPr>
            <a:xfrm>
              <a:off x="7781883" y="507688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2"/>
                  </a:lnTo>
                  <a:lnTo>
                    <a:pt x="274091" y="273777"/>
                  </a:lnTo>
                  <a:lnTo>
                    <a:pt x="267034" y="280849"/>
                  </a:lnTo>
                  <a:lnTo>
                    <a:pt x="263361" y="289770"/>
                  </a:lnTo>
                  <a:lnTo>
                    <a:pt x="292511" y="319548"/>
                  </a:lnTo>
                  <a:lnTo>
                    <a:pt x="301844" y="315735"/>
                  </a:lnTo>
                  <a:lnTo>
                    <a:pt x="302973"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6"/>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3" name="Google Shape;383;p56"/>
          <p:cNvGrpSpPr/>
          <p:nvPr/>
        </p:nvGrpSpPr>
        <p:grpSpPr>
          <a:xfrm>
            <a:off x="7440444" y="4104567"/>
            <a:ext cx="375920" cy="476714"/>
            <a:chOff x="8231334" y="4920206"/>
            <a:chExt cx="375920" cy="476714"/>
          </a:xfrm>
        </p:grpSpPr>
        <p:pic>
          <p:nvPicPr>
            <p:cNvPr id="384" name="Google Shape;384;p56"/>
            <p:cNvPicPr preferRelativeResize="0"/>
            <p:nvPr/>
          </p:nvPicPr>
          <p:blipFill rotWithShape="1">
            <a:blip r:embed="rId6">
              <a:alphaModFix/>
            </a:blip>
            <a:srcRect b="0" l="0" r="0" t="0"/>
            <a:stretch/>
          </p:blipFill>
          <p:spPr>
            <a:xfrm>
              <a:off x="8319022" y="4920206"/>
              <a:ext cx="200429" cy="231877"/>
            </a:xfrm>
            <a:prstGeom prst="rect">
              <a:avLst/>
            </a:prstGeom>
            <a:noFill/>
            <a:ln>
              <a:noFill/>
            </a:ln>
          </p:spPr>
        </p:pic>
        <p:sp>
          <p:nvSpPr>
            <p:cNvPr id="385" name="Google Shape;385;p56"/>
            <p:cNvSpPr/>
            <p:nvPr/>
          </p:nvSpPr>
          <p:spPr>
            <a:xfrm>
              <a:off x="8231334" y="5076880"/>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5"/>
                  </a:lnTo>
                  <a:lnTo>
                    <a:pt x="166205" y="307201"/>
                  </a:lnTo>
                  <a:lnTo>
                    <a:pt x="172787" y="314666"/>
                  </a:lnTo>
                  <a:lnTo>
                    <a:pt x="181419" y="318880"/>
                  </a:lnTo>
                  <a:lnTo>
                    <a:pt x="190999" y="319548"/>
                  </a:lnTo>
                  <a:lnTo>
                    <a:pt x="200429" y="316377"/>
                  </a:lnTo>
                  <a:lnTo>
                    <a:pt x="207891" y="309791"/>
                  </a:lnTo>
                  <a:lnTo>
                    <a:pt x="212102" y="301155"/>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2"/>
                  </a:lnTo>
                  <a:lnTo>
                    <a:pt x="274087" y="273777"/>
                  </a:lnTo>
                  <a:lnTo>
                    <a:pt x="267030" y="280849"/>
                  </a:lnTo>
                  <a:lnTo>
                    <a:pt x="263357" y="289770"/>
                  </a:lnTo>
                  <a:lnTo>
                    <a:pt x="292507" y="319548"/>
                  </a:lnTo>
                  <a:lnTo>
                    <a:pt x="301840" y="315735"/>
                  </a:lnTo>
                  <a:lnTo>
                    <a:pt x="302968" y="314666"/>
                  </a:lnTo>
                  <a:lnTo>
                    <a:pt x="308949" y="308674"/>
                  </a:lnTo>
                  <a:lnTo>
                    <a:pt x="309586" y="307201"/>
                  </a:lnTo>
                  <a:lnTo>
                    <a:pt x="312674" y="299699"/>
                  </a:lnTo>
                  <a:lnTo>
                    <a:pt x="312620" y="289770"/>
                  </a:lnTo>
                  <a:lnTo>
                    <a:pt x="308980" y="280849"/>
                  </a:lnTo>
                  <a:lnTo>
                    <a:pt x="306626" y="277281"/>
                  </a:lnTo>
                  <a:lnTo>
                    <a:pt x="303442" y="274414"/>
                  </a:lnTo>
                  <a:lnTo>
                    <a:pt x="299705" y="272451"/>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1476" y="1477"/>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5"/>
                  </a:lnTo>
                  <a:lnTo>
                    <a:pt x="70825" y="148882"/>
                  </a:lnTo>
                  <a:lnTo>
                    <a:pt x="76347" y="153082"/>
                  </a:lnTo>
                  <a:lnTo>
                    <a:pt x="82756" y="155739"/>
                  </a:lnTo>
                  <a:lnTo>
                    <a:pt x="89744" y="156674"/>
                  </a:lnTo>
                  <a:lnTo>
                    <a:pt x="286055" y="156674"/>
                  </a:lnTo>
                  <a:lnTo>
                    <a:pt x="293044" y="155739"/>
                  </a:lnTo>
                  <a:lnTo>
                    <a:pt x="299452" y="153083"/>
                  </a:lnTo>
                  <a:lnTo>
                    <a:pt x="304973" y="148882"/>
                  </a:lnTo>
                  <a:lnTo>
                    <a:pt x="309298" y="143315"/>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3"/>
                  </a:moveTo>
                  <a:lnTo>
                    <a:pt x="89458" y="100542"/>
                  </a:lnTo>
                  <a:lnTo>
                    <a:pt x="65202" y="116262"/>
                  </a:lnTo>
                  <a:lnTo>
                    <a:pt x="310603" y="116262"/>
                  </a:lnTo>
                  <a:lnTo>
                    <a:pt x="306392" y="109756"/>
                  </a:lnTo>
                  <a:lnTo>
                    <a:pt x="300635" y="104792"/>
                  </a:lnTo>
                  <a:lnTo>
                    <a:pt x="293725" y="101622"/>
                  </a:lnTo>
                  <a:lnTo>
                    <a:pt x="286341" y="100543"/>
                  </a:lnTo>
                  <a:close/>
                </a:path>
                <a:path extrusionOk="0" h="320039" w="375920">
                  <a:moveTo>
                    <a:pt x="357015" y="0"/>
                  </a:moveTo>
                  <a:lnTo>
                    <a:pt x="318384" y="1477"/>
                  </a:lnTo>
                  <a:lnTo>
                    <a:pt x="306907" y="18800"/>
                  </a:lnTo>
                  <a:lnTo>
                    <a:pt x="306923" y="26744"/>
                  </a:lnTo>
                  <a:lnTo>
                    <a:pt x="311944" y="33815"/>
                  </a:lnTo>
                  <a:lnTo>
                    <a:pt x="319434" y="36447"/>
                  </a:lnTo>
                  <a:lnTo>
                    <a:pt x="319418" y="106961"/>
                  </a:lnTo>
                  <a:lnTo>
                    <a:pt x="316078" y="112915"/>
                  </a:lnTo>
                  <a:lnTo>
                    <a:pt x="310603" y="116262"/>
                  </a:lnTo>
                  <a:lnTo>
                    <a:pt x="341381" y="116262"/>
                  </a:lnTo>
                  <a:lnTo>
                    <a:pt x="341848" y="115444"/>
                  </a:lnTo>
                  <a:lnTo>
                    <a:pt x="344488" y="100543"/>
                  </a:lnTo>
                  <a:lnTo>
                    <a:pt x="344488" y="37601"/>
                  </a:lnTo>
                  <a:lnTo>
                    <a:pt x="357015" y="37601"/>
                  </a:lnTo>
                  <a:lnTo>
                    <a:pt x="364328" y="36124"/>
                  </a:lnTo>
                  <a:lnTo>
                    <a:pt x="370301" y="32094"/>
                  </a:lnTo>
                  <a:lnTo>
                    <a:pt x="374328" y="26118"/>
                  </a:lnTo>
                  <a:lnTo>
                    <a:pt x="375805" y="18800"/>
                  </a:lnTo>
                  <a:lnTo>
                    <a:pt x="374328" y="11483"/>
                  </a:lnTo>
                  <a:lnTo>
                    <a:pt x="370301" y="5507"/>
                  </a:lnTo>
                  <a:lnTo>
                    <a:pt x="364328" y="1477"/>
                  </a:lnTo>
                  <a:lnTo>
                    <a:pt x="357015"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6" name="Google Shape;386;p56"/>
          <p:cNvGrpSpPr/>
          <p:nvPr/>
        </p:nvGrpSpPr>
        <p:grpSpPr>
          <a:xfrm>
            <a:off x="7890026" y="4104567"/>
            <a:ext cx="375920" cy="476714"/>
            <a:chOff x="8680916" y="4920206"/>
            <a:chExt cx="375920" cy="476714"/>
          </a:xfrm>
        </p:grpSpPr>
        <p:pic>
          <p:nvPicPr>
            <p:cNvPr id="387" name="Google Shape;387;p56"/>
            <p:cNvPicPr preferRelativeResize="0"/>
            <p:nvPr/>
          </p:nvPicPr>
          <p:blipFill rotWithShape="1">
            <a:blip r:embed="rId6">
              <a:alphaModFix/>
            </a:blip>
            <a:srcRect b="0" l="0" r="0" t="0"/>
            <a:stretch/>
          </p:blipFill>
          <p:spPr>
            <a:xfrm>
              <a:off x="8768605" y="4920206"/>
              <a:ext cx="200432" cy="231877"/>
            </a:xfrm>
            <a:prstGeom prst="rect">
              <a:avLst/>
            </a:prstGeom>
            <a:noFill/>
            <a:ln>
              <a:noFill/>
            </a:ln>
          </p:spPr>
        </p:pic>
        <p:sp>
          <p:nvSpPr>
            <p:cNvPr id="388" name="Google Shape;388;p56"/>
            <p:cNvSpPr/>
            <p:nvPr/>
          </p:nvSpPr>
          <p:spPr>
            <a:xfrm>
              <a:off x="8680916" y="507688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2"/>
                  </a:lnTo>
                  <a:lnTo>
                    <a:pt x="274091" y="273777"/>
                  </a:lnTo>
                  <a:lnTo>
                    <a:pt x="267034" y="280849"/>
                  </a:lnTo>
                  <a:lnTo>
                    <a:pt x="263361" y="289770"/>
                  </a:lnTo>
                  <a:lnTo>
                    <a:pt x="292511" y="319548"/>
                  </a:lnTo>
                  <a:lnTo>
                    <a:pt x="301844" y="315735"/>
                  </a:lnTo>
                  <a:lnTo>
                    <a:pt x="302973"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6"/>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9" name="Google Shape;389;p56"/>
          <p:cNvGrpSpPr/>
          <p:nvPr/>
        </p:nvGrpSpPr>
        <p:grpSpPr>
          <a:xfrm>
            <a:off x="2945027" y="3385239"/>
            <a:ext cx="375920" cy="476714"/>
            <a:chOff x="3735917" y="4200878"/>
            <a:chExt cx="375920" cy="476714"/>
          </a:xfrm>
        </p:grpSpPr>
        <p:pic>
          <p:nvPicPr>
            <p:cNvPr id="390" name="Google Shape;390;p56"/>
            <p:cNvPicPr preferRelativeResize="0"/>
            <p:nvPr/>
          </p:nvPicPr>
          <p:blipFill rotWithShape="1">
            <a:blip r:embed="rId8">
              <a:alphaModFix/>
            </a:blip>
            <a:srcRect b="0" l="0" r="0" t="0"/>
            <a:stretch/>
          </p:blipFill>
          <p:spPr>
            <a:xfrm>
              <a:off x="3823606" y="4200878"/>
              <a:ext cx="200432" cy="231877"/>
            </a:xfrm>
            <a:prstGeom prst="rect">
              <a:avLst/>
            </a:prstGeom>
            <a:noFill/>
            <a:ln>
              <a:noFill/>
            </a:ln>
          </p:spPr>
        </p:pic>
        <p:sp>
          <p:nvSpPr>
            <p:cNvPr id="391" name="Google Shape;391;p56"/>
            <p:cNvSpPr/>
            <p:nvPr/>
          </p:nvSpPr>
          <p:spPr>
            <a:xfrm>
              <a:off x="3735917" y="435755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2"/>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2" name="Google Shape;392;p56"/>
          <p:cNvGrpSpPr/>
          <p:nvPr/>
        </p:nvGrpSpPr>
        <p:grpSpPr>
          <a:xfrm>
            <a:off x="3394480" y="3385239"/>
            <a:ext cx="375920" cy="476714"/>
            <a:chOff x="4185370" y="4200878"/>
            <a:chExt cx="375920" cy="476714"/>
          </a:xfrm>
        </p:grpSpPr>
        <p:pic>
          <p:nvPicPr>
            <p:cNvPr id="393" name="Google Shape;393;p56"/>
            <p:cNvPicPr preferRelativeResize="0"/>
            <p:nvPr/>
          </p:nvPicPr>
          <p:blipFill rotWithShape="1">
            <a:blip r:embed="rId8">
              <a:alphaModFix/>
            </a:blip>
            <a:srcRect b="0" l="0" r="0" t="0"/>
            <a:stretch/>
          </p:blipFill>
          <p:spPr>
            <a:xfrm>
              <a:off x="4273060" y="4200878"/>
              <a:ext cx="200432" cy="231877"/>
            </a:xfrm>
            <a:prstGeom prst="rect">
              <a:avLst/>
            </a:prstGeom>
            <a:noFill/>
            <a:ln>
              <a:noFill/>
            </a:ln>
          </p:spPr>
        </p:pic>
        <p:sp>
          <p:nvSpPr>
            <p:cNvPr id="394" name="Google Shape;394;p56"/>
            <p:cNvSpPr/>
            <p:nvPr/>
          </p:nvSpPr>
          <p:spPr>
            <a:xfrm>
              <a:off x="4185370" y="435755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2"/>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5" name="Google Shape;395;p56"/>
          <p:cNvGrpSpPr/>
          <p:nvPr/>
        </p:nvGrpSpPr>
        <p:grpSpPr>
          <a:xfrm>
            <a:off x="3844060" y="3385239"/>
            <a:ext cx="375920" cy="476714"/>
            <a:chOff x="4634950" y="4200878"/>
            <a:chExt cx="375920" cy="476714"/>
          </a:xfrm>
        </p:grpSpPr>
        <p:pic>
          <p:nvPicPr>
            <p:cNvPr id="396" name="Google Shape;396;p56"/>
            <p:cNvPicPr preferRelativeResize="0"/>
            <p:nvPr/>
          </p:nvPicPr>
          <p:blipFill rotWithShape="1">
            <a:blip r:embed="rId8">
              <a:alphaModFix/>
            </a:blip>
            <a:srcRect b="0" l="0" r="0" t="0"/>
            <a:stretch/>
          </p:blipFill>
          <p:spPr>
            <a:xfrm>
              <a:off x="4722639" y="4200878"/>
              <a:ext cx="200432" cy="231877"/>
            </a:xfrm>
            <a:prstGeom prst="rect">
              <a:avLst/>
            </a:prstGeom>
            <a:noFill/>
            <a:ln>
              <a:noFill/>
            </a:ln>
          </p:spPr>
        </p:pic>
        <p:sp>
          <p:nvSpPr>
            <p:cNvPr id="397" name="Google Shape;397;p56"/>
            <p:cNvSpPr/>
            <p:nvPr/>
          </p:nvSpPr>
          <p:spPr>
            <a:xfrm>
              <a:off x="4634950" y="435755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2"/>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8" name="Google Shape;398;p56"/>
          <p:cNvGrpSpPr/>
          <p:nvPr/>
        </p:nvGrpSpPr>
        <p:grpSpPr>
          <a:xfrm>
            <a:off x="4293640" y="3385239"/>
            <a:ext cx="375920" cy="476714"/>
            <a:chOff x="5084530" y="4200878"/>
            <a:chExt cx="375920" cy="476714"/>
          </a:xfrm>
        </p:grpSpPr>
        <p:pic>
          <p:nvPicPr>
            <p:cNvPr id="399" name="Google Shape;399;p56"/>
            <p:cNvPicPr preferRelativeResize="0"/>
            <p:nvPr/>
          </p:nvPicPr>
          <p:blipFill rotWithShape="1">
            <a:blip r:embed="rId8">
              <a:alphaModFix/>
            </a:blip>
            <a:srcRect b="0" l="0" r="0" t="0"/>
            <a:stretch/>
          </p:blipFill>
          <p:spPr>
            <a:xfrm>
              <a:off x="5172219" y="4200878"/>
              <a:ext cx="200432" cy="231877"/>
            </a:xfrm>
            <a:prstGeom prst="rect">
              <a:avLst/>
            </a:prstGeom>
            <a:noFill/>
            <a:ln>
              <a:noFill/>
            </a:ln>
          </p:spPr>
        </p:pic>
        <p:sp>
          <p:nvSpPr>
            <p:cNvPr id="400" name="Google Shape;400;p56"/>
            <p:cNvSpPr/>
            <p:nvPr/>
          </p:nvSpPr>
          <p:spPr>
            <a:xfrm>
              <a:off x="5084530" y="435755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2"/>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01" name="Google Shape;401;p56"/>
          <p:cNvGrpSpPr/>
          <p:nvPr/>
        </p:nvGrpSpPr>
        <p:grpSpPr>
          <a:xfrm>
            <a:off x="4743220" y="3385239"/>
            <a:ext cx="375920" cy="476714"/>
            <a:chOff x="5534110" y="4200878"/>
            <a:chExt cx="375920" cy="476714"/>
          </a:xfrm>
        </p:grpSpPr>
        <p:pic>
          <p:nvPicPr>
            <p:cNvPr id="402" name="Google Shape;402;p56"/>
            <p:cNvPicPr preferRelativeResize="0"/>
            <p:nvPr/>
          </p:nvPicPr>
          <p:blipFill rotWithShape="1">
            <a:blip r:embed="rId9">
              <a:alphaModFix/>
            </a:blip>
            <a:srcRect b="0" l="0" r="0" t="0"/>
            <a:stretch/>
          </p:blipFill>
          <p:spPr>
            <a:xfrm>
              <a:off x="5621799" y="4200878"/>
              <a:ext cx="200432" cy="231877"/>
            </a:xfrm>
            <a:prstGeom prst="rect">
              <a:avLst/>
            </a:prstGeom>
            <a:noFill/>
            <a:ln>
              <a:noFill/>
            </a:ln>
          </p:spPr>
        </p:pic>
        <p:sp>
          <p:nvSpPr>
            <p:cNvPr id="403" name="Google Shape;403;p56"/>
            <p:cNvSpPr/>
            <p:nvPr/>
          </p:nvSpPr>
          <p:spPr>
            <a:xfrm>
              <a:off x="5534110" y="435755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2"/>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04" name="Google Shape;404;p56"/>
          <p:cNvGrpSpPr/>
          <p:nvPr/>
        </p:nvGrpSpPr>
        <p:grpSpPr>
          <a:xfrm>
            <a:off x="5192673" y="3385239"/>
            <a:ext cx="375920" cy="476714"/>
            <a:chOff x="5983563" y="4200878"/>
            <a:chExt cx="375920" cy="476714"/>
          </a:xfrm>
        </p:grpSpPr>
        <p:pic>
          <p:nvPicPr>
            <p:cNvPr id="405" name="Google Shape;405;p56"/>
            <p:cNvPicPr preferRelativeResize="0"/>
            <p:nvPr/>
          </p:nvPicPr>
          <p:blipFill rotWithShape="1">
            <a:blip r:embed="rId8">
              <a:alphaModFix/>
            </a:blip>
            <a:srcRect b="0" l="0" r="0" t="0"/>
            <a:stretch/>
          </p:blipFill>
          <p:spPr>
            <a:xfrm>
              <a:off x="6071252" y="4200878"/>
              <a:ext cx="200432" cy="231877"/>
            </a:xfrm>
            <a:prstGeom prst="rect">
              <a:avLst/>
            </a:prstGeom>
            <a:noFill/>
            <a:ln>
              <a:noFill/>
            </a:ln>
          </p:spPr>
        </p:pic>
        <p:sp>
          <p:nvSpPr>
            <p:cNvPr id="406" name="Google Shape;406;p56"/>
            <p:cNvSpPr/>
            <p:nvPr/>
          </p:nvSpPr>
          <p:spPr>
            <a:xfrm>
              <a:off x="5983563" y="435755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2"/>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07" name="Google Shape;407;p56"/>
          <p:cNvGrpSpPr/>
          <p:nvPr/>
        </p:nvGrpSpPr>
        <p:grpSpPr>
          <a:xfrm>
            <a:off x="5642253" y="3385239"/>
            <a:ext cx="375920" cy="476714"/>
            <a:chOff x="6433143" y="4200878"/>
            <a:chExt cx="375920" cy="476714"/>
          </a:xfrm>
        </p:grpSpPr>
        <p:pic>
          <p:nvPicPr>
            <p:cNvPr id="408" name="Google Shape;408;p56"/>
            <p:cNvPicPr preferRelativeResize="0"/>
            <p:nvPr/>
          </p:nvPicPr>
          <p:blipFill rotWithShape="1">
            <a:blip r:embed="rId8">
              <a:alphaModFix/>
            </a:blip>
            <a:srcRect b="0" l="0" r="0" t="0"/>
            <a:stretch/>
          </p:blipFill>
          <p:spPr>
            <a:xfrm>
              <a:off x="6520832" y="4200878"/>
              <a:ext cx="200432" cy="231877"/>
            </a:xfrm>
            <a:prstGeom prst="rect">
              <a:avLst/>
            </a:prstGeom>
            <a:noFill/>
            <a:ln>
              <a:noFill/>
            </a:ln>
          </p:spPr>
        </p:pic>
        <p:sp>
          <p:nvSpPr>
            <p:cNvPr id="409" name="Google Shape;409;p56"/>
            <p:cNvSpPr/>
            <p:nvPr/>
          </p:nvSpPr>
          <p:spPr>
            <a:xfrm>
              <a:off x="6433143" y="435755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2"/>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10" name="Google Shape;410;p56"/>
          <p:cNvGrpSpPr/>
          <p:nvPr/>
        </p:nvGrpSpPr>
        <p:grpSpPr>
          <a:xfrm>
            <a:off x="6091833" y="3385239"/>
            <a:ext cx="375920" cy="476714"/>
            <a:chOff x="6882723" y="4200878"/>
            <a:chExt cx="375920" cy="476714"/>
          </a:xfrm>
        </p:grpSpPr>
        <p:pic>
          <p:nvPicPr>
            <p:cNvPr id="411" name="Google Shape;411;p56"/>
            <p:cNvPicPr preferRelativeResize="0"/>
            <p:nvPr/>
          </p:nvPicPr>
          <p:blipFill rotWithShape="1">
            <a:blip r:embed="rId8">
              <a:alphaModFix/>
            </a:blip>
            <a:srcRect b="0" l="0" r="0" t="0"/>
            <a:stretch/>
          </p:blipFill>
          <p:spPr>
            <a:xfrm>
              <a:off x="6970412" y="4200878"/>
              <a:ext cx="200432" cy="231877"/>
            </a:xfrm>
            <a:prstGeom prst="rect">
              <a:avLst/>
            </a:prstGeom>
            <a:noFill/>
            <a:ln>
              <a:noFill/>
            </a:ln>
          </p:spPr>
        </p:pic>
        <p:sp>
          <p:nvSpPr>
            <p:cNvPr id="412" name="Google Shape;412;p56"/>
            <p:cNvSpPr/>
            <p:nvPr/>
          </p:nvSpPr>
          <p:spPr>
            <a:xfrm>
              <a:off x="6882723" y="435755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2"/>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13" name="Google Shape;413;p56"/>
          <p:cNvGrpSpPr/>
          <p:nvPr/>
        </p:nvGrpSpPr>
        <p:grpSpPr>
          <a:xfrm>
            <a:off x="6541412" y="3385239"/>
            <a:ext cx="375920" cy="476714"/>
            <a:chOff x="7332302" y="4200878"/>
            <a:chExt cx="375920" cy="476714"/>
          </a:xfrm>
        </p:grpSpPr>
        <p:pic>
          <p:nvPicPr>
            <p:cNvPr id="414" name="Google Shape;414;p56"/>
            <p:cNvPicPr preferRelativeResize="0"/>
            <p:nvPr/>
          </p:nvPicPr>
          <p:blipFill rotWithShape="1">
            <a:blip r:embed="rId8">
              <a:alphaModFix/>
            </a:blip>
            <a:srcRect b="0" l="0" r="0" t="0"/>
            <a:stretch/>
          </p:blipFill>
          <p:spPr>
            <a:xfrm>
              <a:off x="7419989" y="4200878"/>
              <a:ext cx="200429" cy="231877"/>
            </a:xfrm>
            <a:prstGeom prst="rect">
              <a:avLst/>
            </a:prstGeom>
            <a:noFill/>
            <a:ln>
              <a:noFill/>
            </a:ln>
          </p:spPr>
        </p:pic>
        <p:sp>
          <p:nvSpPr>
            <p:cNvPr id="415" name="Google Shape;415;p56"/>
            <p:cNvSpPr/>
            <p:nvPr/>
          </p:nvSpPr>
          <p:spPr>
            <a:xfrm>
              <a:off x="7332302" y="4357552"/>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5"/>
                  </a:lnTo>
                  <a:lnTo>
                    <a:pt x="166205" y="307201"/>
                  </a:lnTo>
                  <a:lnTo>
                    <a:pt x="172787" y="314666"/>
                  </a:lnTo>
                  <a:lnTo>
                    <a:pt x="181419" y="318880"/>
                  </a:lnTo>
                  <a:lnTo>
                    <a:pt x="190999" y="319548"/>
                  </a:lnTo>
                  <a:lnTo>
                    <a:pt x="200429" y="316377"/>
                  </a:lnTo>
                  <a:lnTo>
                    <a:pt x="207891" y="309791"/>
                  </a:lnTo>
                  <a:lnTo>
                    <a:pt x="212102" y="301155"/>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2"/>
                  </a:lnTo>
                  <a:lnTo>
                    <a:pt x="274087" y="273777"/>
                  </a:lnTo>
                  <a:lnTo>
                    <a:pt x="267030" y="280849"/>
                  </a:lnTo>
                  <a:lnTo>
                    <a:pt x="263357" y="289770"/>
                  </a:lnTo>
                  <a:lnTo>
                    <a:pt x="292507" y="319549"/>
                  </a:lnTo>
                  <a:lnTo>
                    <a:pt x="301840" y="315735"/>
                  </a:lnTo>
                  <a:lnTo>
                    <a:pt x="302968" y="314666"/>
                  </a:lnTo>
                  <a:lnTo>
                    <a:pt x="308949" y="308674"/>
                  </a:lnTo>
                  <a:lnTo>
                    <a:pt x="309586" y="307201"/>
                  </a:lnTo>
                  <a:lnTo>
                    <a:pt x="312674" y="299699"/>
                  </a:lnTo>
                  <a:lnTo>
                    <a:pt x="312620" y="289770"/>
                  </a:lnTo>
                  <a:lnTo>
                    <a:pt x="308980" y="280849"/>
                  </a:lnTo>
                  <a:lnTo>
                    <a:pt x="306626" y="277281"/>
                  </a:lnTo>
                  <a:lnTo>
                    <a:pt x="303442" y="274414"/>
                  </a:lnTo>
                  <a:lnTo>
                    <a:pt x="299705" y="272451"/>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1476" y="1477"/>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5"/>
                  </a:lnTo>
                  <a:lnTo>
                    <a:pt x="70825" y="148882"/>
                  </a:lnTo>
                  <a:lnTo>
                    <a:pt x="76347" y="153082"/>
                  </a:lnTo>
                  <a:lnTo>
                    <a:pt x="82756" y="155739"/>
                  </a:lnTo>
                  <a:lnTo>
                    <a:pt x="89744" y="156674"/>
                  </a:lnTo>
                  <a:lnTo>
                    <a:pt x="286055" y="156674"/>
                  </a:lnTo>
                  <a:lnTo>
                    <a:pt x="293044" y="155739"/>
                  </a:lnTo>
                  <a:lnTo>
                    <a:pt x="299452" y="153083"/>
                  </a:lnTo>
                  <a:lnTo>
                    <a:pt x="304973" y="148882"/>
                  </a:lnTo>
                  <a:lnTo>
                    <a:pt x="309298" y="143315"/>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3"/>
                  </a:moveTo>
                  <a:lnTo>
                    <a:pt x="89458" y="100542"/>
                  </a:lnTo>
                  <a:lnTo>
                    <a:pt x="65202" y="116262"/>
                  </a:lnTo>
                  <a:lnTo>
                    <a:pt x="310603" y="116262"/>
                  </a:lnTo>
                  <a:lnTo>
                    <a:pt x="306392" y="109757"/>
                  </a:lnTo>
                  <a:lnTo>
                    <a:pt x="300635" y="104792"/>
                  </a:lnTo>
                  <a:lnTo>
                    <a:pt x="293725" y="101622"/>
                  </a:lnTo>
                  <a:lnTo>
                    <a:pt x="286341" y="100543"/>
                  </a:lnTo>
                  <a:close/>
                </a:path>
                <a:path extrusionOk="0" h="320039" w="375920">
                  <a:moveTo>
                    <a:pt x="357015" y="0"/>
                  </a:moveTo>
                  <a:lnTo>
                    <a:pt x="318384" y="1477"/>
                  </a:lnTo>
                  <a:lnTo>
                    <a:pt x="306907" y="18800"/>
                  </a:lnTo>
                  <a:lnTo>
                    <a:pt x="306923" y="26744"/>
                  </a:lnTo>
                  <a:lnTo>
                    <a:pt x="311944" y="33815"/>
                  </a:lnTo>
                  <a:lnTo>
                    <a:pt x="319434" y="36447"/>
                  </a:lnTo>
                  <a:lnTo>
                    <a:pt x="319418" y="106961"/>
                  </a:lnTo>
                  <a:lnTo>
                    <a:pt x="316078" y="112915"/>
                  </a:lnTo>
                  <a:lnTo>
                    <a:pt x="310603" y="116262"/>
                  </a:lnTo>
                  <a:lnTo>
                    <a:pt x="341381" y="116262"/>
                  </a:lnTo>
                  <a:lnTo>
                    <a:pt x="341848" y="115444"/>
                  </a:lnTo>
                  <a:lnTo>
                    <a:pt x="344488" y="100543"/>
                  </a:lnTo>
                  <a:lnTo>
                    <a:pt x="344488" y="37601"/>
                  </a:lnTo>
                  <a:lnTo>
                    <a:pt x="357015" y="37601"/>
                  </a:lnTo>
                  <a:lnTo>
                    <a:pt x="364328" y="36124"/>
                  </a:lnTo>
                  <a:lnTo>
                    <a:pt x="370301" y="32094"/>
                  </a:lnTo>
                  <a:lnTo>
                    <a:pt x="374328" y="26118"/>
                  </a:lnTo>
                  <a:lnTo>
                    <a:pt x="375805" y="18800"/>
                  </a:lnTo>
                  <a:lnTo>
                    <a:pt x="374328" y="11483"/>
                  </a:lnTo>
                  <a:lnTo>
                    <a:pt x="370301" y="5507"/>
                  </a:lnTo>
                  <a:lnTo>
                    <a:pt x="364328" y="1477"/>
                  </a:lnTo>
                  <a:lnTo>
                    <a:pt x="357015"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16" name="Google Shape;416;p56"/>
          <p:cNvGrpSpPr/>
          <p:nvPr/>
        </p:nvGrpSpPr>
        <p:grpSpPr>
          <a:xfrm>
            <a:off x="6990993" y="3385239"/>
            <a:ext cx="375920" cy="476714"/>
            <a:chOff x="7781883" y="4200878"/>
            <a:chExt cx="375920" cy="476714"/>
          </a:xfrm>
        </p:grpSpPr>
        <p:pic>
          <p:nvPicPr>
            <p:cNvPr id="417" name="Google Shape;417;p56"/>
            <p:cNvPicPr preferRelativeResize="0"/>
            <p:nvPr/>
          </p:nvPicPr>
          <p:blipFill rotWithShape="1">
            <a:blip r:embed="rId8">
              <a:alphaModFix/>
            </a:blip>
            <a:srcRect b="0" l="0" r="0" t="0"/>
            <a:stretch/>
          </p:blipFill>
          <p:spPr>
            <a:xfrm>
              <a:off x="7869573" y="4200878"/>
              <a:ext cx="200432" cy="231877"/>
            </a:xfrm>
            <a:prstGeom prst="rect">
              <a:avLst/>
            </a:prstGeom>
            <a:noFill/>
            <a:ln>
              <a:noFill/>
            </a:ln>
          </p:spPr>
        </p:pic>
        <p:sp>
          <p:nvSpPr>
            <p:cNvPr id="418" name="Google Shape;418;p56"/>
            <p:cNvSpPr/>
            <p:nvPr/>
          </p:nvSpPr>
          <p:spPr>
            <a:xfrm>
              <a:off x="7781883" y="435755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2"/>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699"/>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2"/>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2"/>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3"/>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19" name="Google Shape;419;p56"/>
          <p:cNvGrpSpPr/>
          <p:nvPr/>
        </p:nvGrpSpPr>
        <p:grpSpPr>
          <a:xfrm>
            <a:off x="2945027" y="4823793"/>
            <a:ext cx="375920" cy="476714"/>
            <a:chOff x="3735917" y="5639432"/>
            <a:chExt cx="375920" cy="476714"/>
          </a:xfrm>
        </p:grpSpPr>
        <p:pic>
          <p:nvPicPr>
            <p:cNvPr id="420" name="Google Shape;420;p56"/>
            <p:cNvPicPr preferRelativeResize="0"/>
            <p:nvPr/>
          </p:nvPicPr>
          <p:blipFill rotWithShape="1">
            <a:blip r:embed="rId10">
              <a:alphaModFix/>
            </a:blip>
            <a:srcRect b="0" l="0" r="0" t="0"/>
            <a:stretch/>
          </p:blipFill>
          <p:spPr>
            <a:xfrm>
              <a:off x="3823606" y="5639432"/>
              <a:ext cx="200432" cy="231877"/>
            </a:xfrm>
            <a:prstGeom prst="rect">
              <a:avLst/>
            </a:prstGeom>
            <a:noFill/>
            <a:ln>
              <a:noFill/>
            </a:ln>
          </p:spPr>
        </p:pic>
        <p:sp>
          <p:nvSpPr>
            <p:cNvPr id="421" name="Google Shape;421;p56"/>
            <p:cNvSpPr/>
            <p:nvPr/>
          </p:nvSpPr>
          <p:spPr>
            <a:xfrm>
              <a:off x="3735917" y="5796106"/>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4"/>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2"/>
                  </a:lnTo>
                  <a:lnTo>
                    <a:pt x="274091" y="273777"/>
                  </a:lnTo>
                  <a:lnTo>
                    <a:pt x="267033" y="280849"/>
                  </a:lnTo>
                  <a:lnTo>
                    <a:pt x="263361" y="289770"/>
                  </a:lnTo>
                  <a:lnTo>
                    <a:pt x="263414" y="299699"/>
                  </a:lnTo>
                  <a:lnTo>
                    <a:pt x="267076" y="308674"/>
                  </a:lnTo>
                  <a:lnTo>
                    <a:pt x="274142" y="315735"/>
                  </a:lnTo>
                  <a:lnTo>
                    <a:pt x="283395" y="319548"/>
                  </a:lnTo>
                  <a:lnTo>
                    <a:pt x="292511" y="319548"/>
                  </a:lnTo>
                  <a:lnTo>
                    <a:pt x="312678" y="299699"/>
                  </a:lnTo>
                  <a:lnTo>
                    <a:pt x="312625" y="289770"/>
                  </a:lnTo>
                  <a:lnTo>
                    <a:pt x="308985" y="280849"/>
                  </a:lnTo>
                  <a:lnTo>
                    <a:pt x="306630" y="277281"/>
                  </a:lnTo>
                  <a:lnTo>
                    <a:pt x="303446" y="274414"/>
                  </a:lnTo>
                  <a:lnTo>
                    <a:pt x="299709" y="272450"/>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8790" y="0"/>
                  </a:lnTo>
                  <a:lnTo>
                    <a:pt x="11476" y="1477"/>
                  </a:lnTo>
                  <a:lnTo>
                    <a:pt x="5504" y="5507"/>
                  </a:lnTo>
                  <a:lnTo>
                    <a:pt x="1476" y="11483"/>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4"/>
                  </a:lnTo>
                  <a:lnTo>
                    <a:pt x="70826" y="148882"/>
                  </a:lnTo>
                  <a:lnTo>
                    <a:pt x="76348" y="153082"/>
                  </a:lnTo>
                  <a:lnTo>
                    <a:pt x="82757" y="155739"/>
                  </a:lnTo>
                  <a:lnTo>
                    <a:pt x="89745" y="156674"/>
                  </a:lnTo>
                  <a:lnTo>
                    <a:pt x="286060" y="156674"/>
                  </a:lnTo>
                  <a:lnTo>
                    <a:pt x="293048" y="155739"/>
                  </a:lnTo>
                  <a:lnTo>
                    <a:pt x="299456" y="153082"/>
                  </a:lnTo>
                  <a:lnTo>
                    <a:pt x="304977" y="148882"/>
                  </a:lnTo>
                  <a:lnTo>
                    <a:pt x="309302" y="143314"/>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2"/>
                  </a:moveTo>
                  <a:lnTo>
                    <a:pt x="89460" y="100542"/>
                  </a:lnTo>
                  <a:lnTo>
                    <a:pt x="82078" y="101622"/>
                  </a:lnTo>
                  <a:lnTo>
                    <a:pt x="75168" y="104792"/>
                  </a:lnTo>
                  <a:lnTo>
                    <a:pt x="69412" y="109756"/>
                  </a:lnTo>
                  <a:lnTo>
                    <a:pt x="65203" y="116262"/>
                  </a:lnTo>
                  <a:lnTo>
                    <a:pt x="310607" y="116262"/>
                  </a:lnTo>
                  <a:lnTo>
                    <a:pt x="306397" y="109756"/>
                  </a:lnTo>
                  <a:lnTo>
                    <a:pt x="300640" y="104792"/>
                  </a:lnTo>
                  <a:lnTo>
                    <a:pt x="293729" y="101622"/>
                  </a:lnTo>
                  <a:lnTo>
                    <a:pt x="286346" y="100542"/>
                  </a:lnTo>
                  <a:close/>
                </a:path>
                <a:path extrusionOk="0" h="320039" w="375920">
                  <a:moveTo>
                    <a:pt x="357020" y="0"/>
                  </a:moveTo>
                  <a:lnTo>
                    <a:pt x="325702" y="0"/>
                  </a:lnTo>
                  <a:lnTo>
                    <a:pt x="318389" y="1477"/>
                  </a:lnTo>
                  <a:lnTo>
                    <a:pt x="312416" y="5507"/>
                  </a:lnTo>
                  <a:lnTo>
                    <a:pt x="308389" y="11483"/>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2"/>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22" name="Google Shape;422;p56"/>
          <p:cNvGrpSpPr/>
          <p:nvPr/>
        </p:nvGrpSpPr>
        <p:grpSpPr>
          <a:xfrm>
            <a:off x="3394480" y="4823793"/>
            <a:ext cx="375920" cy="476714"/>
            <a:chOff x="4185370" y="5639432"/>
            <a:chExt cx="375920" cy="476714"/>
          </a:xfrm>
        </p:grpSpPr>
        <p:pic>
          <p:nvPicPr>
            <p:cNvPr id="423" name="Google Shape;423;p56"/>
            <p:cNvPicPr preferRelativeResize="0"/>
            <p:nvPr/>
          </p:nvPicPr>
          <p:blipFill rotWithShape="1">
            <a:blip r:embed="rId10">
              <a:alphaModFix/>
            </a:blip>
            <a:srcRect b="0" l="0" r="0" t="0"/>
            <a:stretch/>
          </p:blipFill>
          <p:spPr>
            <a:xfrm>
              <a:off x="4273060" y="5639432"/>
              <a:ext cx="200432" cy="231877"/>
            </a:xfrm>
            <a:prstGeom prst="rect">
              <a:avLst/>
            </a:prstGeom>
            <a:noFill/>
            <a:ln>
              <a:noFill/>
            </a:ln>
          </p:spPr>
        </p:pic>
        <p:sp>
          <p:nvSpPr>
            <p:cNvPr id="424" name="Google Shape;424;p56"/>
            <p:cNvSpPr/>
            <p:nvPr/>
          </p:nvSpPr>
          <p:spPr>
            <a:xfrm>
              <a:off x="4185370" y="5796106"/>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4"/>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2"/>
                  </a:lnTo>
                  <a:lnTo>
                    <a:pt x="274091" y="273777"/>
                  </a:lnTo>
                  <a:lnTo>
                    <a:pt x="267033" y="280849"/>
                  </a:lnTo>
                  <a:lnTo>
                    <a:pt x="263361" y="289770"/>
                  </a:lnTo>
                  <a:lnTo>
                    <a:pt x="263414" y="299699"/>
                  </a:lnTo>
                  <a:lnTo>
                    <a:pt x="267076" y="308674"/>
                  </a:lnTo>
                  <a:lnTo>
                    <a:pt x="274142" y="315735"/>
                  </a:lnTo>
                  <a:lnTo>
                    <a:pt x="283395" y="319548"/>
                  </a:lnTo>
                  <a:lnTo>
                    <a:pt x="292511" y="319548"/>
                  </a:lnTo>
                  <a:lnTo>
                    <a:pt x="312678" y="299699"/>
                  </a:lnTo>
                  <a:lnTo>
                    <a:pt x="312625" y="289770"/>
                  </a:lnTo>
                  <a:lnTo>
                    <a:pt x="308985" y="280849"/>
                  </a:lnTo>
                  <a:lnTo>
                    <a:pt x="306630" y="277281"/>
                  </a:lnTo>
                  <a:lnTo>
                    <a:pt x="303446" y="274414"/>
                  </a:lnTo>
                  <a:lnTo>
                    <a:pt x="299709" y="272450"/>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8790" y="0"/>
                  </a:lnTo>
                  <a:lnTo>
                    <a:pt x="11476" y="1477"/>
                  </a:lnTo>
                  <a:lnTo>
                    <a:pt x="5504" y="5507"/>
                  </a:lnTo>
                  <a:lnTo>
                    <a:pt x="1476" y="11483"/>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4"/>
                  </a:lnTo>
                  <a:lnTo>
                    <a:pt x="70826" y="148882"/>
                  </a:lnTo>
                  <a:lnTo>
                    <a:pt x="76348" y="153082"/>
                  </a:lnTo>
                  <a:lnTo>
                    <a:pt x="82757" y="155739"/>
                  </a:lnTo>
                  <a:lnTo>
                    <a:pt x="89745" y="156674"/>
                  </a:lnTo>
                  <a:lnTo>
                    <a:pt x="286060" y="156674"/>
                  </a:lnTo>
                  <a:lnTo>
                    <a:pt x="293048" y="155739"/>
                  </a:lnTo>
                  <a:lnTo>
                    <a:pt x="299456" y="153082"/>
                  </a:lnTo>
                  <a:lnTo>
                    <a:pt x="304977" y="148882"/>
                  </a:lnTo>
                  <a:lnTo>
                    <a:pt x="309302" y="143314"/>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2"/>
                  </a:moveTo>
                  <a:lnTo>
                    <a:pt x="89460" y="100542"/>
                  </a:lnTo>
                  <a:lnTo>
                    <a:pt x="82078" y="101622"/>
                  </a:lnTo>
                  <a:lnTo>
                    <a:pt x="75168" y="104792"/>
                  </a:lnTo>
                  <a:lnTo>
                    <a:pt x="69412" y="109756"/>
                  </a:lnTo>
                  <a:lnTo>
                    <a:pt x="65203" y="116262"/>
                  </a:lnTo>
                  <a:lnTo>
                    <a:pt x="310607" y="116262"/>
                  </a:lnTo>
                  <a:lnTo>
                    <a:pt x="306397" y="109756"/>
                  </a:lnTo>
                  <a:lnTo>
                    <a:pt x="300640" y="104792"/>
                  </a:lnTo>
                  <a:lnTo>
                    <a:pt x="293729" y="101622"/>
                  </a:lnTo>
                  <a:lnTo>
                    <a:pt x="286346" y="100542"/>
                  </a:lnTo>
                  <a:close/>
                </a:path>
                <a:path extrusionOk="0" h="320039" w="375920">
                  <a:moveTo>
                    <a:pt x="357020" y="0"/>
                  </a:moveTo>
                  <a:lnTo>
                    <a:pt x="325702" y="0"/>
                  </a:lnTo>
                  <a:lnTo>
                    <a:pt x="318389" y="1477"/>
                  </a:lnTo>
                  <a:lnTo>
                    <a:pt x="312416" y="5507"/>
                  </a:lnTo>
                  <a:lnTo>
                    <a:pt x="308389" y="11483"/>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2"/>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25" name="Google Shape;425;p56"/>
          <p:cNvGrpSpPr/>
          <p:nvPr/>
        </p:nvGrpSpPr>
        <p:grpSpPr>
          <a:xfrm>
            <a:off x="3844060" y="4823793"/>
            <a:ext cx="375920" cy="476714"/>
            <a:chOff x="4634950" y="5639432"/>
            <a:chExt cx="375920" cy="476714"/>
          </a:xfrm>
        </p:grpSpPr>
        <p:pic>
          <p:nvPicPr>
            <p:cNvPr id="426" name="Google Shape;426;p56"/>
            <p:cNvPicPr preferRelativeResize="0"/>
            <p:nvPr/>
          </p:nvPicPr>
          <p:blipFill rotWithShape="1">
            <a:blip r:embed="rId10">
              <a:alphaModFix/>
            </a:blip>
            <a:srcRect b="0" l="0" r="0" t="0"/>
            <a:stretch/>
          </p:blipFill>
          <p:spPr>
            <a:xfrm>
              <a:off x="4722639" y="5639432"/>
              <a:ext cx="200432" cy="231877"/>
            </a:xfrm>
            <a:prstGeom prst="rect">
              <a:avLst/>
            </a:prstGeom>
            <a:noFill/>
            <a:ln>
              <a:noFill/>
            </a:ln>
          </p:spPr>
        </p:pic>
        <p:sp>
          <p:nvSpPr>
            <p:cNvPr id="427" name="Google Shape;427;p56"/>
            <p:cNvSpPr/>
            <p:nvPr/>
          </p:nvSpPr>
          <p:spPr>
            <a:xfrm>
              <a:off x="4634950" y="5796106"/>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4"/>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2"/>
                  </a:lnTo>
                  <a:lnTo>
                    <a:pt x="274091" y="273777"/>
                  </a:lnTo>
                  <a:lnTo>
                    <a:pt x="267033" y="280849"/>
                  </a:lnTo>
                  <a:lnTo>
                    <a:pt x="263361" y="289770"/>
                  </a:lnTo>
                  <a:lnTo>
                    <a:pt x="263414" y="299699"/>
                  </a:lnTo>
                  <a:lnTo>
                    <a:pt x="267076" y="308674"/>
                  </a:lnTo>
                  <a:lnTo>
                    <a:pt x="274142" y="315735"/>
                  </a:lnTo>
                  <a:lnTo>
                    <a:pt x="283395" y="319548"/>
                  </a:lnTo>
                  <a:lnTo>
                    <a:pt x="292511" y="319548"/>
                  </a:lnTo>
                  <a:lnTo>
                    <a:pt x="312678" y="299699"/>
                  </a:lnTo>
                  <a:lnTo>
                    <a:pt x="312625" y="289770"/>
                  </a:lnTo>
                  <a:lnTo>
                    <a:pt x="308985" y="280849"/>
                  </a:lnTo>
                  <a:lnTo>
                    <a:pt x="306630" y="277281"/>
                  </a:lnTo>
                  <a:lnTo>
                    <a:pt x="303446" y="274414"/>
                  </a:lnTo>
                  <a:lnTo>
                    <a:pt x="299709" y="272450"/>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8790" y="0"/>
                  </a:lnTo>
                  <a:lnTo>
                    <a:pt x="11476" y="1477"/>
                  </a:lnTo>
                  <a:lnTo>
                    <a:pt x="5504" y="5507"/>
                  </a:lnTo>
                  <a:lnTo>
                    <a:pt x="1476" y="11483"/>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4"/>
                  </a:lnTo>
                  <a:lnTo>
                    <a:pt x="70826" y="148882"/>
                  </a:lnTo>
                  <a:lnTo>
                    <a:pt x="76348" y="153082"/>
                  </a:lnTo>
                  <a:lnTo>
                    <a:pt x="82757" y="155739"/>
                  </a:lnTo>
                  <a:lnTo>
                    <a:pt x="89745" y="156674"/>
                  </a:lnTo>
                  <a:lnTo>
                    <a:pt x="286060" y="156674"/>
                  </a:lnTo>
                  <a:lnTo>
                    <a:pt x="293048" y="155739"/>
                  </a:lnTo>
                  <a:lnTo>
                    <a:pt x="299456" y="153082"/>
                  </a:lnTo>
                  <a:lnTo>
                    <a:pt x="304977" y="148882"/>
                  </a:lnTo>
                  <a:lnTo>
                    <a:pt x="309302" y="143314"/>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2"/>
                  </a:moveTo>
                  <a:lnTo>
                    <a:pt x="89460" y="100542"/>
                  </a:lnTo>
                  <a:lnTo>
                    <a:pt x="82078" y="101622"/>
                  </a:lnTo>
                  <a:lnTo>
                    <a:pt x="75168" y="104792"/>
                  </a:lnTo>
                  <a:lnTo>
                    <a:pt x="69412" y="109756"/>
                  </a:lnTo>
                  <a:lnTo>
                    <a:pt x="65203" y="116262"/>
                  </a:lnTo>
                  <a:lnTo>
                    <a:pt x="310607" y="116262"/>
                  </a:lnTo>
                  <a:lnTo>
                    <a:pt x="306397" y="109756"/>
                  </a:lnTo>
                  <a:lnTo>
                    <a:pt x="300640" y="104792"/>
                  </a:lnTo>
                  <a:lnTo>
                    <a:pt x="293729" y="101622"/>
                  </a:lnTo>
                  <a:lnTo>
                    <a:pt x="286346" y="100542"/>
                  </a:lnTo>
                  <a:close/>
                </a:path>
                <a:path extrusionOk="0" h="320039" w="375920">
                  <a:moveTo>
                    <a:pt x="357020" y="0"/>
                  </a:moveTo>
                  <a:lnTo>
                    <a:pt x="325702" y="0"/>
                  </a:lnTo>
                  <a:lnTo>
                    <a:pt x="318389" y="1477"/>
                  </a:lnTo>
                  <a:lnTo>
                    <a:pt x="312416" y="5507"/>
                  </a:lnTo>
                  <a:lnTo>
                    <a:pt x="308389" y="11483"/>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2"/>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28" name="Google Shape;428;p56"/>
          <p:cNvGrpSpPr/>
          <p:nvPr/>
        </p:nvGrpSpPr>
        <p:grpSpPr>
          <a:xfrm>
            <a:off x="4293640" y="4823793"/>
            <a:ext cx="375920" cy="476714"/>
            <a:chOff x="5084530" y="5639432"/>
            <a:chExt cx="375920" cy="476714"/>
          </a:xfrm>
        </p:grpSpPr>
        <p:pic>
          <p:nvPicPr>
            <p:cNvPr id="429" name="Google Shape;429;p56"/>
            <p:cNvPicPr preferRelativeResize="0"/>
            <p:nvPr/>
          </p:nvPicPr>
          <p:blipFill rotWithShape="1">
            <a:blip r:embed="rId10">
              <a:alphaModFix/>
            </a:blip>
            <a:srcRect b="0" l="0" r="0" t="0"/>
            <a:stretch/>
          </p:blipFill>
          <p:spPr>
            <a:xfrm>
              <a:off x="5172219" y="5639432"/>
              <a:ext cx="200432" cy="231877"/>
            </a:xfrm>
            <a:prstGeom prst="rect">
              <a:avLst/>
            </a:prstGeom>
            <a:noFill/>
            <a:ln>
              <a:noFill/>
            </a:ln>
          </p:spPr>
        </p:pic>
        <p:sp>
          <p:nvSpPr>
            <p:cNvPr id="430" name="Google Shape;430;p56"/>
            <p:cNvSpPr/>
            <p:nvPr/>
          </p:nvSpPr>
          <p:spPr>
            <a:xfrm>
              <a:off x="5084530" y="5796106"/>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4"/>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2"/>
                  </a:lnTo>
                  <a:lnTo>
                    <a:pt x="274091" y="273777"/>
                  </a:lnTo>
                  <a:lnTo>
                    <a:pt x="267033" y="280849"/>
                  </a:lnTo>
                  <a:lnTo>
                    <a:pt x="263361" y="289770"/>
                  </a:lnTo>
                  <a:lnTo>
                    <a:pt x="263414" y="299699"/>
                  </a:lnTo>
                  <a:lnTo>
                    <a:pt x="267076" y="308674"/>
                  </a:lnTo>
                  <a:lnTo>
                    <a:pt x="274142" y="315735"/>
                  </a:lnTo>
                  <a:lnTo>
                    <a:pt x="283395" y="319548"/>
                  </a:lnTo>
                  <a:lnTo>
                    <a:pt x="292511" y="319548"/>
                  </a:lnTo>
                  <a:lnTo>
                    <a:pt x="312678" y="299699"/>
                  </a:lnTo>
                  <a:lnTo>
                    <a:pt x="312625" y="289770"/>
                  </a:lnTo>
                  <a:lnTo>
                    <a:pt x="308985" y="280849"/>
                  </a:lnTo>
                  <a:lnTo>
                    <a:pt x="306630" y="277281"/>
                  </a:lnTo>
                  <a:lnTo>
                    <a:pt x="303446" y="274414"/>
                  </a:lnTo>
                  <a:lnTo>
                    <a:pt x="299709" y="272450"/>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8790" y="0"/>
                  </a:lnTo>
                  <a:lnTo>
                    <a:pt x="11476" y="1477"/>
                  </a:lnTo>
                  <a:lnTo>
                    <a:pt x="5504" y="5507"/>
                  </a:lnTo>
                  <a:lnTo>
                    <a:pt x="1476" y="11483"/>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4"/>
                  </a:lnTo>
                  <a:lnTo>
                    <a:pt x="70826" y="148882"/>
                  </a:lnTo>
                  <a:lnTo>
                    <a:pt x="76348" y="153082"/>
                  </a:lnTo>
                  <a:lnTo>
                    <a:pt x="82757" y="155739"/>
                  </a:lnTo>
                  <a:lnTo>
                    <a:pt x="89745" y="156674"/>
                  </a:lnTo>
                  <a:lnTo>
                    <a:pt x="286060" y="156674"/>
                  </a:lnTo>
                  <a:lnTo>
                    <a:pt x="293048" y="155739"/>
                  </a:lnTo>
                  <a:lnTo>
                    <a:pt x="299456" y="153082"/>
                  </a:lnTo>
                  <a:lnTo>
                    <a:pt x="304977" y="148882"/>
                  </a:lnTo>
                  <a:lnTo>
                    <a:pt x="309302" y="143314"/>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2"/>
                  </a:moveTo>
                  <a:lnTo>
                    <a:pt x="89460" y="100542"/>
                  </a:lnTo>
                  <a:lnTo>
                    <a:pt x="82078" y="101622"/>
                  </a:lnTo>
                  <a:lnTo>
                    <a:pt x="75168" y="104792"/>
                  </a:lnTo>
                  <a:lnTo>
                    <a:pt x="69412" y="109756"/>
                  </a:lnTo>
                  <a:lnTo>
                    <a:pt x="65203" y="116262"/>
                  </a:lnTo>
                  <a:lnTo>
                    <a:pt x="310607" y="116262"/>
                  </a:lnTo>
                  <a:lnTo>
                    <a:pt x="306397" y="109756"/>
                  </a:lnTo>
                  <a:lnTo>
                    <a:pt x="300640" y="104792"/>
                  </a:lnTo>
                  <a:lnTo>
                    <a:pt x="293729" y="101622"/>
                  </a:lnTo>
                  <a:lnTo>
                    <a:pt x="286346" y="100542"/>
                  </a:lnTo>
                  <a:close/>
                </a:path>
                <a:path extrusionOk="0" h="320039" w="375920">
                  <a:moveTo>
                    <a:pt x="357020" y="0"/>
                  </a:moveTo>
                  <a:lnTo>
                    <a:pt x="325702" y="0"/>
                  </a:lnTo>
                  <a:lnTo>
                    <a:pt x="318389" y="1477"/>
                  </a:lnTo>
                  <a:lnTo>
                    <a:pt x="312416" y="5507"/>
                  </a:lnTo>
                  <a:lnTo>
                    <a:pt x="308389" y="11483"/>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2"/>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31" name="Google Shape;431;p56"/>
          <p:cNvGrpSpPr/>
          <p:nvPr/>
        </p:nvGrpSpPr>
        <p:grpSpPr>
          <a:xfrm>
            <a:off x="4743220" y="4823793"/>
            <a:ext cx="375920" cy="476714"/>
            <a:chOff x="5534110" y="5639432"/>
            <a:chExt cx="375920" cy="476714"/>
          </a:xfrm>
        </p:grpSpPr>
        <p:pic>
          <p:nvPicPr>
            <p:cNvPr id="432" name="Google Shape;432;p56"/>
            <p:cNvPicPr preferRelativeResize="0"/>
            <p:nvPr/>
          </p:nvPicPr>
          <p:blipFill rotWithShape="1">
            <a:blip r:embed="rId11">
              <a:alphaModFix/>
            </a:blip>
            <a:srcRect b="0" l="0" r="0" t="0"/>
            <a:stretch/>
          </p:blipFill>
          <p:spPr>
            <a:xfrm>
              <a:off x="5621799" y="5639432"/>
              <a:ext cx="200432" cy="231877"/>
            </a:xfrm>
            <a:prstGeom prst="rect">
              <a:avLst/>
            </a:prstGeom>
            <a:noFill/>
            <a:ln>
              <a:noFill/>
            </a:ln>
          </p:spPr>
        </p:pic>
        <p:sp>
          <p:nvSpPr>
            <p:cNvPr id="433" name="Google Shape;433;p56"/>
            <p:cNvSpPr/>
            <p:nvPr/>
          </p:nvSpPr>
          <p:spPr>
            <a:xfrm>
              <a:off x="5534110" y="5796106"/>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4"/>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2"/>
                  </a:lnTo>
                  <a:lnTo>
                    <a:pt x="274091" y="273777"/>
                  </a:lnTo>
                  <a:lnTo>
                    <a:pt x="267033" y="280849"/>
                  </a:lnTo>
                  <a:lnTo>
                    <a:pt x="263361" y="289770"/>
                  </a:lnTo>
                  <a:lnTo>
                    <a:pt x="263414" y="299699"/>
                  </a:lnTo>
                  <a:lnTo>
                    <a:pt x="267076" y="308674"/>
                  </a:lnTo>
                  <a:lnTo>
                    <a:pt x="274142" y="315735"/>
                  </a:lnTo>
                  <a:lnTo>
                    <a:pt x="283395" y="319548"/>
                  </a:lnTo>
                  <a:lnTo>
                    <a:pt x="292511" y="319548"/>
                  </a:lnTo>
                  <a:lnTo>
                    <a:pt x="312678" y="299699"/>
                  </a:lnTo>
                  <a:lnTo>
                    <a:pt x="312625" y="289770"/>
                  </a:lnTo>
                  <a:lnTo>
                    <a:pt x="308985" y="280849"/>
                  </a:lnTo>
                  <a:lnTo>
                    <a:pt x="306630" y="277281"/>
                  </a:lnTo>
                  <a:lnTo>
                    <a:pt x="303446" y="274414"/>
                  </a:lnTo>
                  <a:lnTo>
                    <a:pt x="299709" y="272450"/>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8790" y="0"/>
                  </a:lnTo>
                  <a:lnTo>
                    <a:pt x="11476" y="1477"/>
                  </a:lnTo>
                  <a:lnTo>
                    <a:pt x="5504" y="5507"/>
                  </a:lnTo>
                  <a:lnTo>
                    <a:pt x="1476" y="11483"/>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4"/>
                  </a:lnTo>
                  <a:lnTo>
                    <a:pt x="70826" y="148882"/>
                  </a:lnTo>
                  <a:lnTo>
                    <a:pt x="76348" y="153082"/>
                  </a:lnTo>
                  <a:lnTo>
                    <a:pt x="82757" y="155739"/>
                  </a:lnTo>
                  <a:lnTo>
                    <a:pt x="89745" y="156674"/>
                  </a:lnTo>
                  <a:lnTo>
                    <a:pt x="286060" y="156674"/>
                  </a:lnTo>
                  <a:lnTo>
                    <a:pt x="293048" y="155739"/>
                  </a:lnTo>
                  <a:lnTo>
                    <a:pt x="299456" y="153082"/>
                  </a:lnTo>
                  <a:lnTo>
                    <a:pt x="304977" y="148882"/>
                  </a:lnTo>
                  <a:lnTo>
                    <a:pt x="309302" y="143314"/>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2"/>
                  </a:moveTo>
                  <a:lnTo>
                    <a:pt x="89460" y="100542"/>
                  </a:lnTo>
                  <a:lnTo>
                    <a:pt x="82078" y="101622"/>
                  </a:lnTo>
                  <a:lnTo>
                    <a:pt x="75168" y="104792"/>
                  </a:lnTo>
                  <a:lnTo>
                    <a:pt x="69412" y="109756"/>
                  </a:lnTo>
                  <a:lnTo>
                    <a:pt x="65203" y="116262"/>
                  </a:lnTo>
                  <a:lnTo>
                    <a:pt x="310607" y="116262"/>
                  </a:lnTo>
                  <a:lnTo>
                    <a:pt x="306397" y="109756"/>
                  </a:lnTo>
                  <a:lnTo>
                    <a:pt x="300640" y="104792"/>
                  </a:lnTo>
                  <a:lnTo>
                    <a:pt x="293729" y="101622"/>
                  </a:lnTo>
                  <a:lnTo>
                    <a:pt x="286346" y="100542"/>
                  </a:lnTo>
                  <a:close/>
                </a:path>
                <a:path extrusionOk="0" h="320039" w="375920">
                  <a:moveTo>
                    <a:pt x="357020" y="0"/>
                  </a:moveTo>
                  <a:lnTo>
                    <a:pt x="325702" y="0"/>
                  </a:lnTo>
                  <a:lnTo>
                    <a:pt x="318389" y="1477"/>
                  </a:lnTo>
                  <a:lnTo>
                    <a:pt x="312416" y="5507"/>
                  </a:lnTo>
                  <a:lnTo>
                    <a:pt x="308389" y="11483"/>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2"/>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34" name="Google Shape;434;p56"/>
          <p:cNvGrpSpPr/>
          <p:nvPr/>
        </p:nvGrpSpPr>
        <p:grpSpPr>
          <a:xfrm>
            <a:off x="5192673" y="4823793"/>
            <a:ext cx="375920" cy="476714"/>
            <a:chOff x="5983563" y="5639432"/>
            <a:chExt cx="375920" cy="476714"/>
          </a:xfrm>
        </p:grpSpPr>
        <p:pic>
          <p:nvPicPr>
            <p:cNvPr id="435" name="Google Shape;435;p56"/>
            <p:cNvPicPr preferRelativeResize="0"/>
            <p:nvPr/>
          </p:nvPicPr>
          <p:blipFill rotWithShape="1">
            <a:blip r:embed="rId10">
              <a:alphaModFix/>
            </a:blip>
            <a:srcRect b="0" l="0" r="0" t="0"/>
            <a:stretch/>
          </p:blipFill>
          <p:spPr>
            <a:xfrm>
              <a:off x="6071252" y="5639432"/>
              <a:ext cx="200432" cy="231877"/>
            </a:xfrm>
            <a:prstGeom prst="rect">
              <a:avLst/>
            </a:prstGeom>
            <a:noFill/>
            <a:ln>
              <a:noFill/>
            </a:ln>
          </p:spPr>
        </p:pic>
        <p:sp>
          <p:nvSpPr>
            <p:cNvPr id="436" name="Google Shape;436;p56"/>
            <p:cNvSpPr/>
            <p:nvPr/>
          </p:nvSpPr>
          <p:spPr>
            <a:xfrm>
              <a:off x="5983563" y="5796106"/>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4"/>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2"/>
                  </a:lnTo>
                  <a:lnTo>
                    <a:pt x="274091" y="273777"/>
                  </a:lnTo>
                  <a:lnTo>
                    <a:pt x="267034" y="280849"/>
                  </a:lnTo>
                  <a:lnTo>
                    <a:pt x="263361" y="289770"/>
                  </a:lnTo>
                  <a:lnTo>
                    <a:pt x="263414" y="299699"/>
                  </a:lnTo>
                  <a:lnTo>
                    <a:pt x="267076" y="308674"/>
                  </a:lnTo>
                  <a:lnTo>
                    <a:pt x="274142" y="315735"/>
                  </a:lnTo>
                  <a:lnTo>
                    <a:pt x="283395" y="319548"/>
                  </a:lnTo>
                  <a:lnTo>
                    <a:pt x="292511" y="319548"/>
                  </a:lnTo>
                  <a:lnTo>
                    <a:pt x="312678" y="299699"/>
                  </a:lnTo>
                  <a:lnTo>
                    <a:pt x="312625" y="289770"/>
                  </a:lnTo>
                  <a:lnTo>
                    <a:pt x="308985" y="280849"/>
                  </a:lnTo>
                  <a:lnTo>
                    <a:pt x="306630" y="277281"/>
                  </a:lnTo>
                  <a:lnTo>
                    <a:pt x="303446" y="274414"/>
                  </a:lnTo>
                  <a:lnTo>
                    <a:pt x="299709" y="272450"/>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8790" y="0"/>
                  </a:lnTo>
                  <a:lnTo>
                    <a:pt x="11476" y="1477"/>
                  </a:lnTo>
                  <a:lnTo>
                    <a:pt x="5504" y="5507"/>
                  </a:lnTo>
                  <a:lnTo>
                    <a:pt x="1476" y="11483"/>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4"/>
                  </a:lnTo>
                  <a:lnTo>
                    <a:pt x="70826" y="148882"/>
                  </a:lnTo>
                  <a:lnTo>
                    <a:pt x="76348" y="153082"/>
                  </a:lnTo>
                  <a:lnTo>
                    <a:pt x="82757" y="155739"/>
                  </a:lnTo>
                  <a:lnTo>
                    <a:pt x="89745" y="156674"/>
                  </a:lnTo>
                  <a:lnTo>
                    <a:pt x="286060" y="156674"/>
                  </a:lnTo>
                  <a:lnTo>
                    <a:pt x="293048" y="155739"/>
                  </a:lnTo>
                  <a:lnTo>
                    <a:pt x="299456" y="153082"/>
                  </a:lnTo>
                  <a:lnTo>
                    <a:pt x="304977" y="148882"/>
                  </a:lnTo>
                  <a:lnTo>
                    <a:pt x="309303" y="143314"/>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2"/>
                  </a:moveTo>
                  <a:lnTo>
                    <a:pt x="89460" y="100542"/>
                  </a:lnTo>
                  <a:lnTo>
                    <a:pt x="82078" y="101622"/>
                  </a:lnTo>
                  <a:lnTo>
                    <a:pt x="75168" y="104792"/>
                  </a:lnTo>
                  <a:lnTo>
                    <a:pt x="69412" y="109756"/>
                  </a:lnTo>
                  <a:lnTo>
                    <a:pt x="65203" y="116262"/>
                  </a:lnTo>
                  <a:lnTo>
                    <a:pt x="310607" y="116262"/>
                  </a:lnTo>
                  <a:lnTo>
                    <a:pt x="306397" y="109756"/>
                  </a:lnTo>
                  <a:lnTo>
                    <a:pt x="300640" y="104792"/>
                  </a:lnTo>
                  <a:lnTo>
                    <a:pt x="293729" y="101622"/>
                  </a:lnTo>
                  <a:lnTo>
                    <a:pt x="286346" y="100542"/>
                  </a:lnTo>
                  <a:close/>
                </a:path>
                <a:path extrusionOk="0" h="320039" w="375920">
                  <a:moveTo>
                    <a:pt x="357020" y="0"/>
                  </a:moveTo>
                  <a:lnTo>
                    <a:pt x="325702" y="0"/>
                  </a:lnTo>
                  <a:lnTo>
                    <a:pt x="318389" y="1477"/>
                  </a:lnTo>
                  <a:lnTo>
                    <a:pt x="312416" y="5507"/>
                  </a:lnTo>
                  <a:lnTo>
                    <a:pt x="308389" y="11483"/>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2"/>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37" name="Google Shape;437;p56"/>
          <p:cNvGrpSpPr/>
          <p:nvPr/>
        </p:nvGrpSpPr>
        <p:grpSpPr>
          <a:xfrm>
            <a:off x="5642253" y="4823793"/>
            <a:ext cx="375920" cy="476714"/>
            <a:chOff x="6433143" y="5639432"/>
            <a:chExt cx="375920" cy="476714"/>
          </a:xfrm>
        </p:grpSpPr>
        <p:pic>
          <p:nvPicPr>
            <p:cNvPr id="438" name="Google Shape;438;p56"/>
            <p:cNvPicPr preferRelativeResize="0"/>
            <p:nvPr/>
          </p:nvPicPr>
          <p:blipFill rotWithShape="1">
            <a:blip r:embed="rId10">
              <a:alphaModFix/>
            </a:blip>
            <a:srcRect b="0" l="0" r="0" t="0"/>
            <a:stretch/>
          </p:blipFill>
          <p:spPr>
            <a:xfrm>
              <a:off x="6520832" y="5639432"/>
              <a:ext cx="200432" cy="231877"/>
            </a:xfrm>
            <a:prstGeom prst="rect">
              <a:avLst/>
            </a:prstGeom>
            <a:noFill/>
            <a:ln>
              <a:noFill/>
            </a:ln>
          </p:spPr>
        </p:pic>
        <p:sp>
          <p:nvSpPr>
            <p:cNvPr id="439" name="Google Shape;439;p56"/>
            <p:cNvSpPr/>
            <p:nvPr/>
          </p:nvSpPr>
          <p:spPr>
            <a:xfrm>
              <a:off x="6433143" y="5796106"/>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4"/>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2"/>
                  </a:lnTo>
                  <a:lnTo>
                    <a:pt x="274091" y="273777"/>
                  </a:lnTo>
                  <a:lnTo>
                    <a:pt x="267034" y="280849"/>
                  </a:lnTo>
                  <a:lnTo>
                    <a:pt x="263361" y="289770"/>
                  </a:lnTo>
                  <a:lnTo>
                    <a:pt x="263414" y="299699"/>
                  </a:lnTo>
                  <a:lnTo>
                    <a:pt x="267076" y="308674"/>
                  </a:lnTo>
                  <a:lnTo>
                    <a:pt x="274142" y="315735"/>
                  </a:lnTo>
                  <a:lnTo>
                    <a:pt x="283395" y="319548"/>
                  </a:lnTo>
                  <a:lnTo>
                    <a:pt x="292511" y="319548"/>
                  </a:lnTo>
                  <a:lnTo>
                    <a:pt x="312678" y="299699"/>
                  </a:lnTo>
                  <a:lnTo>
                    <a:pt x="312625" y="289770"/>
                  </a:lnTo>
                  <a:lnTo>
                    <a:pt x="308985" y="280849"/>
                  </a:lnTo>
                  <a:lnTo>
                    <a:pt x="306630" y="277281"/>
                  </a:lnTo>
                  <a:lnTo>
                    <a:pt x="303446" y="274414"/>
                  </a:lnTo>
                  <a:lnTo>
                    <a:pt x="299709" y="272450"/>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8790" y="0"/>
                  </a:lnTo>
                  <a:lnTo>
                    <a:pt x="11476" y="1477"/>
                  </a:lnTo>
                  <a:lnTo>
                    <a:pt x="5504" y="5507"/>
                  </a:lnTo>
                  <a:lnTo>
                    <a:pt x="1476" y="11483"/>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4"/>
                  </a:lnTo>
                  <a:lnTo>
                    <a:pt x="70826" y="148882"/>
                  </a:lnTo>
                  <a:lnTo>
                    <a:pt x="76348" y="153082"/>
                  </a:lnTo>
                  <a:lnTo>
                    <a:pt x="82757" y="155739"/>
                  </a:lnTo>
                  <a:lnTo>
                    <a:pt x="89745" y="156674"/>
                  </a:lnTo>
                  <a:lnTo>
                    <a:pt x="286060" y="156674"/>
                  </a:lnTo>
                  <a:lnTo>
                    <a:pt x="293048" y="155739"/>
                  </a:lnTo>
                  <a:lnTo>
                    <a:pt x="299456" y="153082"/>
                  </a:lnTo>
                  <a:lnTo>
                    <a:pt x="304977" y="148882"/>
                  </a:lnTo>
                  <a:lnTo>
                    <a:pt x="309303" y="143314"/>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2"/>
                  </a:moveTo>
                  <a:lnTo>
                    <a:pt x="89460" y="100542"/>
                  </a:lnTo>
                  <a:lnTo>
                    <a:pt x="82078" y="101622"/>
                  </a:lnTo>
                  <a:lnTo>
                    <a:pt x="75168" y="104792"/>
                  </a:lnTo>
                  <a:lnTo>
                    <a:pt x="69412" y="109756"/>
                  </a:lnTo>
                  <a:lnTo>
                    <a:pt x="65203" y="116262"/>
                  </a:lnTo>
                  <a:lnTo>
                    <a:pt x="310607" y="116262"/>
                  </a:lnTo>
                  <a:lnTo>
                    <a:pt x="306397" y="109756"/>
                  </a:lnTo>
                  <a:lnTo>
                    <a:pt x="300640" y="104792"/>
                  </a:lnTo>
                  <a:lnTo>
                    <a:pt x="293729" y="101622"/>
                  </a:lnTo>
                  <a:lnTo>
                    <a:pt x="286346" y="100542"/>
                  </a:lnTo>
                  <a:close/>
                </a:path>
                <a:path extrusionOk="0" h="320039" w="375920">
                  <a:moveTo>
                    <a:pt x="357020" y="0"/>
                  </a:moveTo>
                  <a:lnTo>
                    <a:pt x="325702" y="0"/>
                  </a:lnTo>
                  <a:lnTo>
                    <a:pt x="318389" y="1477"/>
                  </a:lnTo>
                  <a:lnTo>
                    <a:pt x="312416" y="5507"/>
                  </a:lnTo>
                  <a:lnTo>
                    <a:pt x="308389" y="11483"/>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2"/>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40" name="Google Shape;440;p56"/>
          <p:cNvGrpSpPr/>
          <p:nvPr/>
        </p:nvGrpSpPr>
        <p:grpSpPr>
          <a:xfrm>
            <a:off x="6091833" y="4823793"/>
            <a:ext cx="375920" cy="476714"/>
            <a:chOff x="6882723" y="5639432"/>
            <a:chExt cx="375920" cy="476714"/>
          </a:xfrm>
        </p:grpSpPr>
        <p:pic>
          <p:nvPicPr>
            <p:cNvPr id="441" name="Google Shape;441;p56"/>
            <p:cNvPicPr preferRelativeResize="0"/>
            <p:nvPr/>
          </p:nvPicPr>
          <p:blipFill rotWithShape="1">
            <a:blip r:embed="rId10">
              <a:alphaModFix/>
            </a:blip>
            <a:srcRect b="0" l="0" r="0" t="0"/>
            <a:stretch/>
          </p:blipFill>
          <p:spPr>
            <a:xfrm>
              <a:off x="6970412" y="5639432"/>
              <a:ext cx="200432" cy="231877"/>
            </a:xfrm>
            <a:prstGeom prst="rect">
              <a:avLst/>
            </a:prstGeom>
            <a:noFill/>
            <a:ln>
              <a:noFill/>
            </a:ln>
          </p:spPr>
        </p:pic>
        <p:sp>
          <p:nvSpPr>
            <p:cNvPr id="442" name="Google Shape;442;p56"/>
            <p:cNvSpPr/>
            <p:nvPr/>
          </p:nvSpPr>
          <p:spPr>
            <a:xfrm>
              <a:off x="6882723" y="5796106"/>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4"/>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2"/>
                  </a:lnTo>
                  <a:lnTo>
                    <a:pt x="274091" y="273777"/>
                  </a:lnTo>
                  <a:lnTo>
                    <a:pt x="267034" y="280849"/>
                  </a:lnTo>
                  <a:lnTo>
                    <a:pt x="263361" y="289770"/>
                  </a:lnTo>
                  <a:lnTo>
                    <a:pt x="263414" y="299699"/>
                  </a:lnTo>
                  <a:lnTo>
                    <a:pt x="267076" y="308674"/>
                  </a:lnTo>
                  <a:lnTo>
                    <a:pt x="274142" y="315735"/>
                  </a:lnTo>
                  <a:lnTo>
                    <a:pt x="283395" y="319548"/>
                  </a:lnTo>
                  <a:lnTo>
                    <a:pt x="292511" y="319548"/>
                  </a:lnTo>
                  <a:lnTo>
                    <a:pt x="312678" y="299699"/>
                  </a:lnTo>
                  <a:lnTo>
                    <a:pt x="312625" y="289770"/>
                  </a:lnTo>
                  <a:lnTo>
                    <a:pt x="308985" y="280849"/>
                  </a:lnTo>
                  <a:lnTo>
                    <a:pt x="306630" y="277281"/>
                  </a:lnTo>
                  <a:lnTo>
                    <a:pt x="303446" y="274414"/>
                  </a:lnTo>
                  <a:lnTo>
                    <a:pt x="299709" y="272450"/>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8790" y="0"/>
                  </a:lnTo>
                  <a:lnTo>
                    <a:pt x="11476" y="1477"/>
                  </a:lnTo>
                  <a:lnTo>
                    <a:pt x="5504" y="5507"/>
                  </a:lnTo>
                  <a:lnTo>
                    <a:pt x="1476" y="11483"/>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4"/>
                  </a:lnTo>
                  <a:lnTo>
                    <a:pt x="70826" y="148882"/>
                  </a:lnTo>
                  <a:lnTo>
                    <a:pt x="76348" y="153082"/>
                  </a:lnTo>
                  <a:lnTo>
                    <a:pt x="82757" y="155739"/>
                  </a:lnTo>
                  <a:lnTo>
                    <a:pt x="89745" y="156674"/>
                  </a:lnTo>
                  <a:lnTo>
                    <a:pt x="286060" y="156674"/>
                  </a:lnTo>
                  <a:lnTo>
                    <a:pt x="293048" y="155739"/>
                  </a:lnTo>
                  <a:lnTo>
                    <a:pt x="299456" y="153082"/>
                  </a:lnTo>
                  <a:lnTo>
                    <a:pt x="304977" y="148882"/>
                  </a:lnTo>
                  <a:lnTo>
                    <a:pt x="309303" y="143314"/>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2"/>
                  </a:moveTo>
                  <a:lnTo>
                    <a:pt x="89460" y="100542"/>
                  </a:lnTo>
                  <a:lnTo>
                    <a:pt x="82078" y="101622"/>
                  </a:lnTo>
                  <a:lnTo>
                    <a:pt x="75168" y="104792"/>
                  </a:lnTo>
                  <a:lnTo>
                    <a:pt x="69412" y="109756"/>
                  </a:lnTo>
                  <a:lnTo>
                    <a:pt x="65203" y="116262"/>
                  </a:lnTo>
                  <a:lnTo>
                    <a:pt x="310607" y="116262"/>
                  </a:lnTo>
                  <a:lnTo>
                    <a:pt x="306397" y="109756"/>
                  </a:lnTo>
                  <a:lnTo>
                    <a:pt x="300640" y="104792"/>
                  </a:lnTo>
                  <a:lnTo>
                    <a:pt x="293729" y="101622"/>
                  </a:lnTo>
                  <a:lnTo>
                    <a:pt x="286346" y="100542"/>
                  </a:lnTo>
                  <a:close/>
                </a:path>
                <a:path extrusionOk="0" h="320039" w="375920">
                  <a:moveTo>
                    <a:pt x="357020" y="0"/>
                  </a:moveTo>
                  <a:lnTo>
                    <a:pt x="325702" y="0"/>
                  </a:lnTo>
                  <a:lnTo>
                    <a:pt x="318389" y="1477"/>
                  </a:lnTo>
                  <a:lnTo>
                    <a:pt x="312416" y="5507"/>
                  </a:lnTo>
                  <a:lnTo>
                    <a:pt x="308389" y="11483"/>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2"/>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43" name="Google Shape;443;p56"/>
          <p:cNvGrpSpPr/>
          <p:nvPr/>
        </p:nvGrpSpPr>
        <p:grpSpPr>
          <a:xfrm>
            <a:off x="6541412" y="4823793"/>
            <a:ext cx="375920" cy="476714"/>
            <a:chOff x="7332302" y="5639432"/>
            <a:chExt cx="375920" cy="476714"/>
          </a:xfrm>
        </p:grpSpPr>
        <p:pic>
          <p:nvPicPr>
            <p:cNvPr id="444" name="Google Shape;444;p56"/>
            <p:cNvPicPr preferRelativeResize="0"/>
            <p:nvPr/>
          </p:nvPicPr>
          <p:blipFill rotWithShape="1">
            <a:blip r:embed="rId10">
              <a:alphaModFix/>
            </a:blip>
            <a:srcRect b="0" l="0" r="0" t="0"/>
            <a:stretch/>
          </p:blipFill>
          <p:spPr>
            <a:xfrm>
              <a:off x="7419989" y="5639432"/>
              <a:ext cx="200429" cy="231877"/>
            </a:xfrm>
            <a:prstGeom prst="rect">
              <a:avLst/>
            </a:prstGeom>
            <a:noFill/>
            <a:ln>
              <a:noFill/>
            </a:ln>
          </p:spPr>
        </p:pic>
        <p:sp>
          <p:nvSpPr>
            <p:cNvPr id="445" name="Google Shape;445;p56"/>
            <p:cNvSpPr/>
            <p:nvPr/>
          </p:nvSpPr>
          <p:spPr>
            <a:xfrm>
              <a:off x="7332302" y="5796106"/>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5"/>
                  </a:lnTo>
                  <a:lnTo>
                    <a:pt x="166205" y="307201"/>
                  </a:lnTo>
                  <a:lnTo>
                    <a:pt x="172787" y="314666"/>
                  </a:lnTo>
                  <a:lnTo>
                    <a:pt x="181419" y="318880"/>
                  </a:lnTo>
                  <a:lnTo>
                    <a:pt x="190999" y="319548"/>
                  </a:lnTo>
                  <a:lnTo>
                    <a:pt x="200429" y="316377"/>
                  </a:lnTo>
                  <a:lnTo>
                    <a:pt x="207891" y="309791"/>
                  </a:lnTo>
                  <a:lnTo>
                    <a:pt x="212102" y="301154"/>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2"/>
                  </a:lnTo>
                  <a:lnTo>
                    <a:pt x="274087" y="273777"/>
                  </a:lnTo>
                  <a:lnTo>
                    <a:pt x="267030" y="280849"/>
                  </a:lnTo>
                  <a:lnTo>
                    <a:pt x="263357" y="289770"/>
                  </a:lnTo>
                  <a:lnTo>
                    <a:pt x="263410" y="299699"/>
                  </a:lnTo>
                  <a:lnTo>
                    <a:pt x="267072" y="308674"/>
                  </a:lnTo>
                  <a:lnTo>
                    <a:pt x="274138" y="315735"/>
                  </a:lnTo>
                  <a:lnTo>
                    <a:pt x="283390" y="319548"/>
                  </a:lnTo>
                  <a:lnTo>
                    <a:pt x="292507" y="319548"/>
                  </a:lnTo>
                  <a:lnTo>
                    <a:pt x="312674" y="299699"/>
                  </a:lnTo>
                  <a:lnTo>
                    <a:pt x="312620" y="289770"/>
                  </a:lnTo>
                  <a:lnTo>
                    <a:pt x="308980" y="280849"/>
                  </a:lnTo>
                  <a:lnTo>
                    <a:pt x="306626" y="277281"/>
                  </a:lnTo>
                  <a:lnTo>
                    <a:pt x="303442" y="274414"/>
                  </a:lnTo>
                  <a:lnTo>
                    <a:pt x="299705" y="272450"/>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8790" y="0"/>
                  </a:lnTo>
                  <a:lnTo>
                    <a:pt x="11476" y="1477"/>
                  </a:lnTo>
                  <a:lnTo>
                    <a:pt x="5503" y="5507"/>
                  </a:lnTo>
                  <a:lnTo>
                    <a:pt x="1476" y="11483"/>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4"/>
                  </a:lnTo>
                  <a:lnTo>
                    <a:pt x="70825" y="148882"/>
                  </a:lnTo>
                  <a:lnTo>
                    <a:pt x="76347" y="153082"/>
                  </a:lnTo>
                  <a:lnTo>
                    <a:pt x="82756" y="155739"/>
                  </a:lnTo>
                  <a:lnTo>
                    <a:pt x="89744" y="156674"/>
                  </a:lnTo>
                  <a:lnTo>
                    <a:pt x="286055" y="156674"/>
                  </a:lnTo>
                  <a:lnTo>
                    <a:pt x="293044" y="155739"/>
                  </a:lnTo>
                  <a:lnTo>
                    <a:pt x="299452" y="153082"/>
                  </a:lnTo>
                  <a:lnTo>
                    <a:pt x="304973" y="148882"/>
                  </a:lnTo>
                  <a:lnTo>
                    <a:pt x="309298" y="143314"/>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2"/>
                  </a:moveTo>
                  <a:lnTo>
                    <a:pt x="89458" y="100542"/>
                  </a:lnTo>
                  <a:lnTo>
                    <a:pt x="82076" y="101622"/>
                  </a:lnTo>
                  <a:lnTo>
                    <a:pt x="75167" y="104792"/>
                  </a:lnTo>
                  <a:lnTo>
                    <a:pt x="69411" y="109756"/>
                  </a:lnTo>
                  <a:lnTo>
                    <a:pt x="65202" y="116262"/>
                  </a:lnTo>
                  <a:lnTo>
                    <a:pt x="310603" y="116262"/>
                  </a:lnTo>
                  <a:lnTo>
                    <a:pt x="306392" y="109756"/>
                  </a:lnTo>
                  <a:lnTo>
                    <a:pt x="300635" y="104792"/>
                  </a:lnTo>
                  <a:lnTo>
                    <a:pt x="293725" y="101622"/>
                  </a:lnTo>
                  <a:lnTo>
                    <a:pt x="286341" y="100542"/>
                  </a:lnTo>
                  <a:close/>
                </a:path>
                <a:path extrusionOk="0" h="320039" w="375920">
                  <a:moveTo>
                    <a:pt x="357015" y="0"/>
                  </a:moveTo>
                  <a:lnTo>
                    <a:pt x="325697" y="0"/>
                  </a:lnTo>
                  <a:lnTo>
                    <a:pt x="318384" y="1477"/>
                  </a:lnTo>
                  <a:lnTo>
                    <a:pt x="312411" y="5507"/>
                  </a:lnTo>
                  <a:lnTo>
                    <a:pt x="308384" y="11483"/>
                  </a:lnTo>
                  <a:lnTo>
                    <a:pt x="306907" y="18800"/>
                  </a:lnTo>
                  <a:lnTo>
                    <a:pt x="306923" y="26744"/>
                  </a:lnTo>
                  <a:lnTo>
                    <a:pt x="311944" y="33815"/>
                  </a:lnTo>
                  <a:lnTo>
                    <a:pt x="319434" y="36447"/>
                  </a:lnTo>
                  <a:lnTo>
                    <a:pt x="319418" y="106961"/>
                  </a:lnTo>
                  <a:lnTo>
                    <a:pt x="316078" y="112915"/>
                  </a:lnTo>
                  <a:lnTo>
                    <a:pt x="310603" y="116262"/>
                  </a:lnTo>
                  <a:lnTo>
                    <a:pt x="341381" y="116262"/>
                  </a:lnTo>
                  <a:lnTo>
                    <a:pt x="341848" y="115444"/>
                  </a:lnTo>
                  <a:lnTo>
                    <a:pt x="344488" y="100542"/>
                  </a:lnTo>
                  <a:lnTo>
                    <a:pt x="344488" y="37601"/>
                  </a:lnTo>
                  <a:lnTo>
                    <a:pt x="357015" y="37601"/>
                  </a:lnTo>
                  <a:lnTo>
                    <a:pt x="364328" y="36124"/>
                  </a:lnTo>
                  <a:lnTo>
                    <a:pt x="370301" y="32094"/>
                  </a:lnTo>
                  <a:lnTo>
                    <a:pt x="374328" y="26118"/>
                  </a:lnTo>
                  <a:lnTo>
                    <a:pt x="375805" y="18800"/>
                  </a:lnTo>
                  <a:lnTo>
                    <a:pt x="374328" y="11483"/>
                  </a:lnTo>
                  <a:lnTo>
                    <a:pt x="370301" y="5507"/>
                  </a:lnTo>
                  <a:lnTo>
                    <a:pt x="364328" y="1477"/>
                  </a:lnTo>
                  <a:lnTo>
                    <a:pt x="357015"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46" name="Google Shape;446;p56"/>
          <p:cNvGrpSpPr/>
          <p:nvPr/>
        </p:nvGrpSpPr>
        <p:grpSpPr>
          <a:xfrm>
            <a:off x="6990993" y="4823793"/>
            <a:ext cx="375920" cy="476714"/>
            <a:chOff x="7781883" y="5639432"/>
            <a:chExt cx="375920" cy="476714"/>
          </a:xfrm>
        </p:grpSpPr>
        <p:pic>
          <p:nvPicPr>
            <p:cNvPr id="447" name="Google Shape;447;p56"/>
            <p:cNvPicPr preferRelativeResize="0"/>
            <p:nvPr/>
          </p:nvPicPr>
          <p:blipFill rotWithShape="1">
            <a:blip r:embed="rId10">
              <a:alphaModFix/>
            </a:blip>
            <a:srcRect b="0" l="0" r="0" t="0"/>
            <a:stretch/>
          </p:blipFill>
          <p:spPr>
            <a:xfrm>
              <a:off x="7869573" y="5639432"/>
              <a:ext cx="200432" cy="231877"/>
            </a:xfrm>
            <a:prstGeom prst="rect">
              <a:avLst/>
            </a:prstGeom>
            <a:noFill/>
            <a:ln>
              <a:noFill/>
            </a:ln>
          </p:spPr>
        </p:pic>
        <p:sp>
          <p:nvSpPr>
            <p:cNvPr id="448" name="Google Shape;448;p56"/>
            <p:cNvSpPr/>
            <p:nvPr/>
          </p:nvSpPr>
          <p:spPr>
            <a:xfrm>
              <a:off x="7781883" y="5796106"/>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4"/>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2"/>
                  </a:lnTo>
                  <a:lnTo>
                    <a:pt x="274091" y="273777"/>
                  </a:lnTo>
                  <a:lnTo>
                    <a:pt x="267034" y="280849"/>
                  </a:lnTo>
                  <a:lnTo>
                    <a:pt x="263361" y="289770"/>
                  </a:lnTo>
                  <a:lnTo>
                    <a:pt x="263414" y="299699"/>
                  </a:lnTo>
                  <a:lnTo>
                    <a:pt x="267076" y="308674"/>
                  </a:lnTo>
                  <a:lnTo>
                    <a:pt x="274142" y="315735"/>
                  </a:lnTo>
                  <a:lnTo>
                    <a:pt x="283395" y="319548"/>
                  </a:lnTo>
                  <a:lnTo>
                    <a:pt x="292511" y="319548"/>
                  </a:lnTo>
                  <a:lnTo>
                    <a:pt x="312678" y="299699"/>
                  </a:lnTo>
                  <a:lnTo>
                    <a:pt x="312625" y="289770"/>
                  </a:lnTo>
                  <a:lnTo>
                    <a:pt x="308985" y="280849"/>
                  </a:lnTo>
                  <a:lnTo>
                    <a:pt x="306630" y="277281"/>
                  </a:lnTo>
                  <a:lnTo>
                    <a:pt x="303446" y="274414"/>
                  </a:lnTo>
                  <a:lnTo>
                    <a:pt x="299709" y="272450"/>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8790" y="0"/>
                  </a:lnTo>
                  <a:lnTo>
                    <a:pt x="11476" y="1477"/>
                  </a:lnTo>
                  <a:lnTo>
                    <a:pt x="5504" y="5507"/>
                  </a:lnTo>
                  <a:lnTo>
                    <a:pt x="1476" y="11483"/>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4"/>
                  </a:lnTo>
                  <a:lnTo>
                    <a:pt x="70826" y="148882"/>
                  </a:lnTo>
                  <a:lnTo>
                    <a:pt x="76348" y="153082"/>
                  </a:lnTo>
                  <a:lnTo>
                    <a:pt x="82757" y="155739"/>
                  </a:lnTo>
                  <a:lnTo>
                    <a:pt x="89745" y="156674"/>
                  </a:lnTo>
                  <a:lnTo>
                    <a:pt x="286060" y="156674"/>
                  </a:lnTo>
                  <a:lnTo>
                    <a:pt x="293048" y="155739"/>
                  </a:lnTo>
                  <a:lnTo>
                    <a:pt x="299456" y="153082"/>
                  </a:lnTo>
                  <a:lnTo>
                    <a:pt x="304977" y="148882"/>
                  </a:lnTo>
                  <a:lnTo>
                    <a:pt x="309303" y="143314"/>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2"/>
                  </a:moveTo>
                  <a:lnTo>
                    <a:pt x="89460" y="100542"/>
                  </a:lnTo>
                  <a:lnTo>
                    <a:pt x="82078" y="101622"/>
                  </a:lnTo>
                  <a:lnTo>
                    <a:pt x="75168" y="104792"/>
                  </a:lnTo>
                  <a:lnTo>
                    <a:pt x="69412" y="109756"/>
                  </a:lnTo>
                  <a:lnTo>
                    <a:pt x="65203" y="116262"/>
                  </a:lnTo>
                  <a:lnTo>
                    <a:pt x="310607" y="116262"/>
                  </a:lnTo>
                  <a:lnTo>
                    <a:pt x="306397" y="109756"/>
                  </a:lnTo>
                  <a:lnTo>
                    <a:pt x="300640" y="104792"/>
                  </a:lnTo>
                  <a:lnTo>
                    <a:pt x="293729" y="101622"/>
                  </a:lnTo>
                  <a:lnTo>
                    <a:pt x="286346" y="100542"/>
                  </a:lnTo>
                  <a:close/>
                </a:path>
                <a:path extrusionOk="0" h="320039" w="375920">
                  <a:moveTo>
                    <a:pt x="357020" y="0"/>
                  </a:moveTo>
                  <a:lnTo>
                    <a:pt x="325702" y="0"/>
                  </a:lnTo>
                  <a:lnTo>
                    <a:pt x="318389" y="1477"/>
                  </a:lnTo>
                  <a:lnTo>
                    <a:pt x="312416" y="5507"/>
                  </a:lnTo>
                  <a:lnTo>
                    <a:pt x="308389" y="11483"/>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2"/>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49" name="Google Shape;449;p56"/>
          <p:cNvGrpSpPr/>
          <p:nvPr/>
        </p:nvGrpSpPr>
        <p:grpSpPr>
          <a:xfrm>
            <a:off x="7440444" y="4823793"/>
            <a:ext cx="375920" cy="476714"/>
            <a:chOff x="8231334" y="5639432"/>
            <a:chExt cx="375920" cy="476714"/>
          </a:xfrm>
        </p:grpSpPr>
        <p:pic>
          <p:nvPicPr>
            <p:cNvPr id="450" name="Google Shape;450;p56"/>
            <p:cNvPicPr preferRelativeResize="0"/>
            <p:nvPr/>
          </p:nvPicPr>
          <p:blipFill rotWithShape="1">
            <a:blip r:embed="rId10">
              <a:alphaModFix/>
            </a:blip>
            <a:srcRect b="0" l="0" r="0" t="0"/>
            <a:stretch/>
          </p:blipFill>
          <p:spPr>
            <a:xfrm>
              <a:off x="8319022" y="5639432"/>
              <a:ext cx="200429" cy="231877"/>
            </a:xfrm>
            <a:prstGeom prst="rect">
              <a:avLst/>
            </a:prstGeom>
            <a:noFill/>
            <a:ln>
              <a:noFill/>
            </a:ln>
          </p:spPr>
        </p:pic>
        <p:sp>
          <p:nvSpPr>
            <p:cNvPr id="451" name="Google Shape;451;p56"/>
            <p:cNvSpPr/>
            <p:nvPr/>
          </p:nvSpPr>
          <p:spPr>
            <a:xfrm>
              <a:off x="8231334" y="5796106"/>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5"/>
                  </a:lnTo>
                  <a:lnTo>
                    <a:pt x="166205" y="307201"/>
                  </a:lnTo>
                  <a:lnTo>
                    <a:pt x="172787" y="314666"/>
                  </a:lnTo>
                  <a:lnTo>
                    <a:pt x="181419" y="318880"/>
                  </a:lnTo>
                  <a:lnTo>
                    <a:pt x="190999" y="319548"/>
                  </a:lnTo>
                  <a:lnTo>
                    <a:pt x="200429" y="316377"/>
                  </a:lnTo>
                  <a:lnTo>
                    <a:pt x="207891" y="309791"/>
                  </a:lnTo>
                  <a:lnTo>
                    <a:pt x="212102" y="301154"/>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2"/>
                  </a:lnTo>
                  <a:lnTo>
                    <a:pt x="274087" y="273777"/>
                  </a:lnTo>
                  <a:lnTo>
                    <a:pt x="267030" y="280849"/>
                  </a:lnTo>
                  <a:lnTo>
                    <a:pt x="263357" y="289770"/>
                  </a:lnTo>
                  <a:lnTo>
                    <a:pt x="263410" y="299699"/>
                  </a:lnTo>
                  <a:lnTo>
                    <a:pt x="267072" y="308674"/>
                  </a:lnTo>
                  <a:lnTo>
                    <a:pt x="274138" y="315735"/>
                  </a:lnTo>
                  <a:lnTo>
                    <a:pt x="283390" y="319548"/>
                  </a:lnTo>
                  <a:lnTo>
                    <a:pt x="292507" y="319548"/>
                  </a:lnTo>
                  <a:lnTo>
                    <a:pt x="312674" y="299699"/>
                  </a:lnTo>
                  <a:lnTo>
                    <a:pt x="312620" y="289770"/>
                  </a:lnTo>
                  <a:lnTo>
                    <a:pt x="308980" y="280849"/>
                  </a:lnTo>
                  <a:lnTo>
                    <a:pt x="306626" y="277281"/>
                  </a:lnTo>
                  <a:lnTo>
                    <a:pt x="303442" y="274414"/>
                  </a:lnTo>
                  <a:lnTo>
                    <a:pt x="299705" y="272450"/>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8790" y="0"/>
                  </a:lnTo>
                  <a:lnTo>
                    <a:pt x="11476" y="1477"/>
                  </a:lnTo>
                  <a:lnTo>
                    <a:pt x="5503" y="5507"/>
                  </a:lnTo>
                  <a:lnTo>
                    <a:pt x="1476" y="11483"/>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4"/>
                  </a:lnTo>
                  <a:lnTo>
                    <a:pt x="70825" y="148882"/>
                  </a:lnTo>
                  <a:lnTo>
                    <a:pt x="76347" y="153082"/>
                  </a:lnTo>
                  <a:lnTo>
                    <a:pt x="82756" y="155739"/>
                  </a:lnTo>
                  <a:lnTo>
                    <a:pt x="89744" y="156674"/>
                  </a:lnTo>
                  <a:lnTo>
                    <a:pt x="286055" y="156674"/>
                  </a:lnTo>
                  <a:lnTo>
                    <a:pt x="293044" y="155739"/>
                  </a:lnTo>
                  <a:lnTo>
                    <a:pt x="299452" y="153082"/>
                  </a:lnTo>
                  <a:lnTo>
                    <a:pt x="304973" y="148882"/>
                  </a:lnTo>
                  <a:lnTo>
                    <a:pt x="309298" y="143314"/>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2"/>
                  </a:moveTo>
                  <a:lnTo>
                    <a:pt x="89458" y="100542"/>
                  </a:lnTo>
                  <a:lnTo>
                    <a:pt x="82076" y="101622"/>
                  </a:lnTo>
                  <a:lnTo>
                    <a:pt x="75167" y="104792"/>
                  </a:lnTo>
                  <a:lnTo>
                    <a:pt x="69411" y="109756"/>
                  </a:lnTo>
                  <a:lnTo>
                    <a:pt x="65202" y="116262"/>
                  </a:lnTo>
                  <a:lnTo>
                    <a:pt x="310603" y="116262"/>
                  </a:lnTo>
                  <a:lnTo>
                    <a:pt x="306392" y="109756"/>
                  </a:lnTo>
                  <a:lnTo>
                    <a:pt x="300635" y="104792"/>
                  </a:lnTo>
                  <a:lnTo>
                    <a:pt x="293725" y="101622"/>
                  </a:lnTo>
                  <a:lnTo>
                    <a:pt x="286341" y="100542"/>
                  </a:lnTo>
                  <a:close/>
                </a:path>
                <a:path extrusionOk="0" h="320039" w="375920">
                  <a:moveTo>
                    <a:pt x="357015" y="0"/>
                  </a:moveTo>
                  <a:lnTo>
                    <a:pt x="325697" y="0"/>
                  </a:lnTo>
                  <a:lnTo>
                    <a:pt x="318384" y="1477"/>
                  </a:lnTo>
                  <a:lnTo>
                    <a:pt x="312411" y="5507"/>
                  </a:lnTo>
                  <a:lnTo>
                    <a:pt x="308384" y="11483"/>
                  </a:lnTo>
                  <a:lnTo>
                    <a:pt x="306907" y="18800"/>
                  </a:lnTo>
                  <a:lnTo>
                    <a:pt x="306923" y="26744"/>
                  </a:lnTo>
                  <a:lnTo>
                    <a:pt x="311944" y="33815"/>
                  </a:lnTo>
                  <a:lnTo>
                    <a:pt x="319434" y="36447"/>
                  </a:lnTo>
                  <a:lnTo>
                    <a:pt x="319418" y="106961"/>
                  </a:lnTo>
                  <a:lnTo>
                    <a:pt x="316078" y="112915"/>
                  </a:lnTo>
                  <a:lnTo>
                    <a:pt x="310603" y="116262"/>
                  </a:lnTo>
                  <a:lnTo>
                    <a:pt x="341381" y="116262"/>
                  </a:lnTo>
                  <a:lnTo>
                    <a:pt x="341848" y="115444"/>
                  </a:lnTo>
                  <a:lnTo>
                    <a:pt x="344488" y="100542"/>
                  </a:lnTo>
                  <a:lnTo>
                    <a:pt x="344488" y="37601"/>
                  </a:lnTo>
                  <a:lnTo>
                    <a:pt x="357015" y="37601"/>
                  </a:lnTo>
                  <a:lnTo>
                    <a:pt x="364328" y="36124"/>
                  </a:lnTo>
                  <a:lnTo>
                    <a:pt x="370301" y="32094"/>
                  </a:lnTo>
                  <a:lnTo>
                    <a:pt x="374328" y="26118"/>
                  </a:lnTo>
                  <a:lnTo>
                    <a:pt x="375805" y="18800"/>
                  </a:lnTo>
                  <a:lnTo>
                    <a:pt x="374328" y="11483"/>
                  </a:lnTo>
                  <a:lnTo>
                    <a:pt x="370301" y="5507"/>
                  </a:lnTo>
                  <a:lnTo>
                    <a:pt x="364328" y="1477"/>
                  </a:lnTo>
                  <a:lnTo>
                    <a:pt x="357015"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52" name="Google Shape;452;p56"/>
          <p:cNvGrpSpPr/>
          <p:nvPr/>
        </p:nvGrpSpPr>
        <p:grpSpPr>
          <a:xfrm>
            <a:off x="7890026" y="4823793"/>
            <a:ext cx="375920" cy="476714"/>
            <a:chOff x="8680916" y="5639432"/>
            <a:chExt cx="375920" cy="476714"/>
          </a:xfrm>
        </p:grpSpPr>
        <p:pic>
          <p:nvPicPr>
            <p:cNvPr id="453" name="Google Shape;453;p56"/>
            <p:cNvPicPr preferRelativeResize="0"/>
            <p:nvPr/>
          </p:nvPicPr>
          <p:blipFill rotWithShape="1">
            <a:blip r:embed="rId10">
              <a:alphaModFix/>
            </a:blip>
            <a:srcRect b="0" l="0" r="0" t="0"/>
            <a:stretch/>
          </p:blipFill>
          <p:spPr>
            <a:xfrm>
              <a:off x="8768605" y="5639432"/>
              <a:ext cx="200432" cy="231877"/>
            </a:xfrm>
            <a:prstGeom prst="rect">
              <a:avLst/>
            </a:prstGeom>
            <a:noFill/>
            <a:ln>
              <a:noFill/>
            </a:ln>
          </p:spPr>
        </p:pic>
        <p:sp>
          <p:nvSpPr>
            <p:cNvPr id="454" name="Google Shape;454;p56"/>
            <p:cNvSpPr/>
            <p:nvPr/>
          </p:nvSpPr>
          <p:spPr>
            <a:xfrm>
              <a:off x="8680916" y="5796106"/>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5"/>
                  </a:lnTo>
                  <a:lnTo>
                    <a:pt x="166207" y="307201"/>
                  </a:lnTo>
                  <a:lnTo>
                    <a:pt x="172790" y="314666"/>
                  </a:lnTo>
                  <a:lnTo>
                    <a:pt x="181421" y="318880"/>
                  </a:lnTo>
                  <a:lnTo>
                    <a:pt x="191002" y="319548"/>
                  </a:lnTo>
                  <a:lnTo>
                    <a:pt x="200432" y="316377"/>
                  </a:lnTo>
                  <a:lnTo>
                    <a:pt x="207894" y="309791"/>
                  </a:lnTo>
                  <a:lnTo>
                    <a:pt x="212105" y="301154"/>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2"/>
                  </a:lnTo>
                  <a:lnTo>
                    <a:pt x="274091" y="273777"/>
                  </a:lnTo>
                  <a:lnTo>
                    <a:pt x="267034" y="280849"/>
                  </a:lnTo>
                  <a:lnTo>
                    <a:pt x="263361" y="289770"/>
                  </a:lnTo>
                  <a:lnTo>
                    <a:pt x="263414" y="299699"/>
                  </a:lnTo>
                  <a:lnTo>
                    <a:pt x="267076" y="308674"/>
                  </a:lnTo>
                  <a:lnTo>
                    <a:pt x="274142" y="315735"/>
                  </a:lnTo>
                  <a:lnTo>
                    <a:pt x="283395" y="319548"/>
                  </a:lnTo>
                  <a:lnTo>
                    <a:pt x="292511" y="319548"/>
                  </a:lnTo>
                  <a:lnTo>
                    <a:pt x="312678" y="299699"/>
                  </a:lnTo>
                  <a:lnTo>
                    <a:pt x="312625" y="289770"/>
                  </a:lnTo>
                  <a:lnTo>
                    <a:pt x="308985" y="280849"/>
                  </a:lnTo>
                  <a:lnTo>
                    <a:pt x="306630" y="277281"/>
                  </a:lnTo>
                  <a:lnTo>
                    <a:pt x="303446" y="274414"/>
                  </a:lnTo>
                  <a:lnTo>
                    <a:pt x="299709" y="272450"/>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8790" y="0"/>
                  </a:lnTo>
                  <a:lnTo>
                    <a:pt x="11476" y="1477"/>
                  </a:lnTo>
                  <a:lnTo>
                    <a:pt x="5504" y="5507"/>
                  </a:lnTo>
                  <a:lnTo>
                    <a:pt x="1476" y="11483"/>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4"/>
                  </a:lnTo>
                  <a:lnTo>
                    <a:pt x="70826" y="148882"/>
                  </a:lnTo>
                  <a:lnTo>
                    <a:pt x="76348" y="153082"/>
                  </a:lnTo>
                  <a:lnTo>
                    <a:pt x="82757" y="155739"/>
                  </a:lnTo>
                  <a:lnTo>
                    <a:pt x="89745" y="156674"/>
                  </a:lnTo>
                  <a:lnTo>
                    <a:pt x="286060" y="156674"/>
                  </a:lnTo>
                  <a:lnTo>
                    <a:pt x="293048" y="155739"/>
                  </a:lnTo>
                  <a:lnTo>
                    <a:pt x="299456" y="153082"/>
                  </a:lnTo>
                  <a:lnTo>
                    <a:pt x="304977" y="148882"/>
                  </a:lnTo>
                  <a:lnTo>
                    <a:pt x="309303" y="143314"/>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2"/>
                  </a:moveTo>
                  <a:lnTo>
                    <a:pt x="89460" y="100542"/>
                  </a:lnTo>
                  <a:lnTo>
                    <a:pt x="82078" y="101622"/>
                  </a:lnTo>
                  <a:lnTo>
                    <a:pt x="75168" y="104792"/>
                  </a:lnTo>
                  <a:lnTo>
                    <a:pt x="69412" y="109756"/>
                  </a:lnTo>
                  <a:lnTo>
                    <a:pt x="65203" y="116262"/>
                  </a:lnTo>
                  <a:lnTo>
                    <a:pt x="310607" y="116262"/>
                  </a:lnTo>
                  <a:lnTo>
                    <a:pt x="306397" y="109756"/>
                  </a:lnTo>
                  <a:lnTo>
                    <a:pt x="300640" y="104792"/>
                  </a:lnTo>
                  <a:lnTo>
                    <a:pt x="293729" y="101622"/>
                  </a:lnTo>
                  <a:lnTo>
                    <a:pt x="286346" y="100542"/>
                  </a:lnTo>
                  <a:close/>
                </a:path>
                <a:path extrusionOk="0" h="320039" w="375920">
                  <a:moveTo>
                    <a:pt x="357020" y="0"/>
                  </a:moveTo>
                  <a:lnTo>
                    <a:pt x="325702" y="0"/>
                  </a:lnTo>
                  <a:lnTo>
                    <a:pt x="318389" y="1477"/>
                  </a:lnTo>
                  <a:lnTo>
                    <a:pt x="312416" y="5507"/>
                  </a:lnTo>
                  <a:lnTo>
                    <a:pt x="308389" y="11483"/>
                  </a:lnTo>
                  <a:lnTo>
                    <a:pt x="306912" y="18800"/>
                  </a:lnTo>
                  <a:lnTo>
                    <a:pt x="306927" y="26744"/>
                  </a:lnTo>
                  <a:lnTo>
                    <a:pt x="311949" y="33815"/>
                  </a:lnTo>
                  <a:lnTo>
                    <a:pt x="319439" y="36447"/>
                  </a:lnTo>
                  <a:lnTo>
                    <a:pt x="319423" y="106961"/>
                  </a:lnTo>
                  <a:lnTo>
                    <a:pt x="316083" y="112915"/>
                  </a:lnTo>
                  <a:lnTo>
                    <a:pt x="310607" y="116262"/>
                  </a:lnTo>
                  <a:lnTo>
                    <a:pt x="341386" y="116262"/>
                  </a:lnTo>
                  <a:lnTo>
                    <a:pt x="341853" y="115444"/>
                  </a:lnTo>
                  <a:lnTo>
                    <a:pt x="344493" y="100542"/>
                  </a:lnTo>
                  <a:lnTo>
                    <a:pt x="344493" y="37601"/>
                  </a:lnTo>
                  <a:lnTo>
                    <a:pt x="357020" y="37601"/>
                  </a:lnTo>
                  <a:lnTo>
                    <a:pt x="364334" y="36124"/>
                  </a:lnTo>
                  <a:lnTo>
                    <a:pt x="370306" y="32094"/>
                  </a:lnTo>
                  <a:lnTo>
                    <a:pt x="374334" y="26118"/>
                  </a:lnTo>
                  <a:lnTo>
                    <a:pt x="375810" y="18800"/>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55" name="Google Shape;455;p56"/>
          <p:cNvGrpSpPr/>
          <p:nvPr/>
        </p:nvGrpSpPr>
        <p:grpSpPr>
          <a:xfrm>
            <a:off x="8339604" y="4823793"/>
            <a:ext cx="375920" cy="476714"/>
            <a:chOff x="9130494" y="5639432"/>
            <a:chExt cx="375920" cy="476714"/>
          </a:xfrm>
        </p:grpSpPr>
        <p:pic>
          <p:nvPicPr>
            <p:cNvPr id="456" name="Google Shape;456;p56"/>
            <p:cNvPicPr preferRelativeResize="0"/>
            <p:nvPr/>
          </p:nvPicPr>
          <p:blipFill rotWithShape="1">
            <a:blip r:embed="rId10">
              <a:alphaModFix/>
            </a:blip>
            <a:srcRect b="0" l="0" r="0" t="0"/>
            <a:stretch/>
          </p:blipFill>
          <p:spPr>
            <a:xfrm>
              <a:off x="9218182" y="5639432"/>
              <a:ext cx="200429" cy="231877"/>
            </a:xfrm>
            <a:prstGeom prst="rect">
              <a:avLst/>
            </a:prstGeom>
            <a:noFill/>
            <a:ln>
              <a:noFill/>
            </a:ln>
          </p:spPr>
        </p:pic>
        <p:sp>
          <p:nvSpPr>
            <p:cNvPr id="457" name="Google Shape;457;p56"/>
            <p:cNvSpPr/>
            <p:nvPr/>
          </p:nvSpPr>
          <p:spPr>
            <a:xfrm>
              <a:off x="9130494" y="5796106"/>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5"/>
                  </a:lnTo>
                  <a:lnTo>
                    <a:pt x="166205" y="307201"/>
                  </a:lnTo>
                  <a:lnTo>
                    <a:pt x="172787" y="314666"/>
                  </a:lnTo>
                  <a:lnTo>
                    <a:pt x="181419" y="318880"/>
                  </a:lnTo>
                  <a:lnTo>
                    <a:pt x="190999" y="319548"/>
                  </a:lnTo>
                  <a:lnTo>
                    <a:pt x="200429" y="316377"/>
                  </a:lnTo>
                  <a:lnTo>
                    <a:pt x="207891" y="309791"/>
                  </a:lnTo>
                  <a:lnTo>
                    <a:pt x="212102" y="301154"/>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2"/>
                  </a:lnTo>
                  <a:lnTo>
                    <a:pt x="274087" y="273777"/>
                  </a:lnTo>
                  <a:lnTo>
                    <a:pt x="267030" y="280849"/>
                  </a:lnTo>
                  <a:lnTo>
                    <a:pt x="263357" y="289770"/>
                  </a:lnTo>
                  <a:lnTo>
                    <a:pt x="263410" y="299699"/>
                  </a:lnTo>
                  <a:lnTo>
                    <a:pt x="267072" y="308674"/>
                  </a:lnTo>
                  <a:lnTo>
                    <a:pt x="274138" y="315735"/>
                  </a:lnTo>
                  <a:lnTo>
                    <a:pt x="283390" y="319548"/>
                  </a:lnTo>
                  <a:lnTo>
                    <a:pt x="292507" y="319548"/>
                  </a:lnTo>
                  <a:lnTo>
                    <a:pt x="312674" y="299699"/>
                  </a:lnTo>
                  <a:lnTo>
                    <a:pt x="312620" y="289770"/>
                  </a:lnTo>
                  <a:lnTo>
                    <a:pt x="308980" y="280849"/>
                  </a:lnTo>
                  <a:lnTo>
                    <a:pt x="306626" y="277281"/>
                  </a:lnTo>
                  <a:lnTo>
                    <a:pt x="303442" y="274414"/>
                  </a:lnTo>
                  <a:lnTo>
                    <a:pt x="299705" y="272450"/>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8790" y="0"/>
                  </a:lnTo>
                  <a:lnTo>
                    <a:pt x="11476" y="1477"/>
                  </a:lnTo>
                  <a:lnTo>
                    <a:pt x="5503" y="5507"/>
                  </a:lnTo>
                  <a:lnTo>
                    <a:pt x="1476" y="11483"/>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4"/>
                  </a:lnTo>
                  <a:lnTo>
                    <a:pt x="70825" y="148882"/>
                  </a:lnTo>
                  <a:lnTo>
                    <a:pt x="76347" y="153082"/>
                  </a:lnTo>
                  <a:lnTo>
                    <a:pt x="82756" y="155739"/>
                  </a:lnTo>
                  <a:lnTo>
                    <a:pt x="89744" y="156674"/>
                  </a:lnTo>
                  <a:lnTo>
                    <a:pt x="286055" y="156674"/>
                  </a:lnTo>
                  <a:lnTo>
                    <a:pt x="293044" y="155739"/>
                  </a:lnTo>
                  <a:lnTo>
                    <a:pt x="299452" y="153082"/>
                  </a:lnTo>
                  <a:lnTo>
                    <a:pt x="304973" y="148882"/>
                  </a:lnTo>
                  <a:lnTo>
                    <a:pt x="309298" y="143314"/>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2"/>
                  </a:moveTo>
                  <a:lnTo>
                    <a:pt x="89458" y="100542"/>
                  </a:lnTo>
                  <a:lnTo>
                    <a:pt x="82076" y="101622"/>
                  </a:lnTo>
                  <a:lnTo>
                    <a:pt x="75167" y="104792"/>
                  </a:lnTo>
                  <a:lnTo>
                    <a:pt x="69411" y="109756"/>
                  </a:lnTo>
                  <a:lnTo>
                    <a:pt x="65202" y="116262"/>
                  </a:lnTo>
                  <a:lnTo>
                    <a:pt x="310603" y="116262"/>
                  </a:lnTo>
                  <a:lnTo>
                    <a:pt x="306392" y="109756"/>
                  </a:lnTo>
                  <a:lnTo>
                    <a:pt x="300635" y="104792"/>
                  </a:lnTo>
                  <a:lnTo>
                    <a:pt x="293725" y="101622"/>
                  </a:lnTo>
                  <a:lnTo>
                    <a:pt x="286341" y="100542"/>
                  </a:lnTo>
                  <a:close/>
                </a:path>
                <a:path extrusionOk="0" h="320039" w="375920">
                  <a:moveTo>
                    <a:pt x="357015" y="0"/>
                  </a:moveTo>
                  <a:lnTo>
                    <a:pt x="325697" y="0"/>
                  </a:lnTo>
                  <a:lnTo>
                    <a:pt x="318384" y="1477"/>
                  </a:lnTo>
                  <a:lnTo>
                    <a:pt x="312411" y="5507"/>
                  </a:lnTo>
                  <a:lnTo>
                    <a:pt x="308384" y="11483"/>
                  </a:lnTo>
                  <a:lnTo>
                    <a:pt x="306907" y="18800"/>
                  </a:lnTo>
                  <a:lnTo>
                    <a:pt x="306923" y="26744"/>
                  </a:lnTo>
                  <a:lnTo>
                    <a:pt x="311944" y="33815"/>
                  </a:lnTo>
                  <a:lnTo>
                    <a:pt x="319434" y="36447"/>
                  </a:lnTo>
                  <a:lnTo>
                    <a:pt x="319418" y="106961"/>
                  </a:lnTo>
                  <a:lnTo>
                    <a:pt x="316078" y="112915"/>
                  </a:lnTo>
                  <a:lnTo>
                    <a:pt x="310603" y="116262"/>
                  </a:lnTo>
                  <a:lnTo>
                    <a:pt x="341381" y="116262"/>
                  </a:lnTo>
                  <a:lnTo>
                    <a:pt x="341848" y="115444"/>
                  </a:lnTo>
                  <a:lnTo>
                    <a:pt x="344488" y="100542"/>
                  </a:lnTo>
                  <a:lnTo>
                    <a:pt x="344488" y="37601"/>
                  </a:lnTo>
                  <a:lnTo>
                    <a:pt x="357015" y="37601"/>
                  </a:lnTo>
                  <a:lnTo>
                    <a:pt x="364328" y="36124"/>
                  </a:lnTo>
                  <a:lnTo>
                    <a:pt x="370301" y="32094"/>
                  </a:lnTo>
                  <a:lnTo>
                    <a:pt x="374328" y="26118"/>
                  </a:lnTo>
                  <a:lnTo>
                    <a:pt x="375805" y="18800"/>
                  </a:lnTo>
                  <a:lnTo>
                    <a:pt x="374328" y="11483"/>
                  </a:lnTo>
                  <a:lnTo>
                    <a:pt x="370301" y="5507"/>
                  </a:lnTo>
                  <a:lnTo>
                    <a:pt x="364328" y="1477"/>
                  </a:lnTo>
                  <a:lnTo>
                    <a:pt x="357015"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458" name="Google Shape;458;p56"/>
          <p:cNvPicPr preferRelativeResize="0"/>
          <p:nvPr/>
        </p:nvPicPr>
        <p:blipFill rotWithShape="1">
          <a:blip r:embed="rId12">
            <a:alphaModFix/>
          </a:blip>
          <a:srcRect b="0" l="13811" r="1" t="0"/>
          <a:stretch/>
        </p:blipFill>
        <p:spPr>
          <a:xfrm>
            <a:off x="9957836" y="3839111"/>
            <a:ext cx="1714391" cy="1027588"/>
          </a:xfrm>
          <a:prstGeom prst="rect">
            <a:avLst/>
          </a:prstGeom>
          <a:noFill/>
          <a:ln cap="flat" cmpd="sng" w="9525">
            <a:solidFill>
              <a:srgbClr val="0F243E"/>
            </a:solidFill>
            <a:prstDash val="solid"/>
            <a:round/>
            <a:headEnd len="sm" w="sm" type="none"/>
            <a:tailEnd len="sm" w="sm" type="none"/>
          </a:ln>
        </p:spPr>
      </p:pic>
      <p:sp>
        <p:nvSpPr>
          <p:cNvPr id="459" name="Google Shape;459;p56"/>
          <p:cNvSpPr txBox="1"/>
          <p:nvPr/>
        </p:nvSpPr>
        <p:spPr>
          <a:xfrm>
            <a:off x="480762" y="1189318"/>
            <a:ext cx="2741295" cy="1243289"/>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Sebelum Pemberlakuan Pasal 50(a)</a:t>
            </a:r>
            <a:endParaRPr b="0" i="0" sz="1500" u="none" cap="none" strike="noStrike">
              <a:solidFill>
                <a:srgbClr val="000000"/>
              </a:solidFill>
              <a:latin typeface="Arial"/>
              <a:ea typeface="Arial"/>
              <a:cs typeface="Arial"/>
              <a:sym typeface="Arial"/>
            </a:endParaRPr>
          </a:p>
          <a:p>
            <a:pPr indent="0" lvl="0" marL="12700" marR="0" rtl="0" algn="l">
              <a:lnSpc>
                <a:spcPct val="100000"/>
              </a:lnSpc>
              <a:spcBef>
                <a:spcPts val="60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Kategori I: 11 kursi (10 kursi)</a:t>
            </a:r>
            <a:endParaRPr b="0" i="0" sz="15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Kategori II: 12 kursi (12 kursi)</a:t>
            </a:r>
            <a:endParaRPr b="0" i="0" sz="15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Kategori III: 13 kursi (14 kursi)</a:t>
            </a:r>
            <a:endParaRPr b="0" i="0" sz="1500" u="none" cap="none" strike="noStrike">
              <a:solidFill>
                <a:srgbClr val="000000"/>
              </a:solidFill>
              <a:latin typeface="Arial"/>
              <a:ea typeface="Arial"/>
              <a:cs typeface="Arial"/>
              <a:sym typeface="Arial"/>
            </a:endParaRPr>
          </a:p>
        </p:txBody>
      </p:sp>
      <p:grpSp>
        <p:nvGrpSpPr>
          <p:cNvPr id="460" name="Google Shape;460;p56"/>
          <p:cNvGrpSpPr/>
          <p:nvPr/>
        </p:nvGrpSpPr>
        <p:grpSpPr>
          <a:xfrm>
            <a:off x="3692322" y="1629980"/>
            <a:ext cx="375920" cy="476714"/>
            <a:chOff x="3735917" y="2347948"/>
            <a:chExt cx="375920" cy="476714"/>
          </a:xfrm>
        </p:grpSpPr>
        <p:pic>
          <p:nvPicPr>
            <p:cNvPr id="461" name="Google Shape;461;p56"/>
            <p:cNvPicPr preferRelativeResize="0"/>
            <p:nvPr/>
          </p:nvPicPr>
          <p:blipFill rotWithShape="1">
            <a:blip r:embed="rId6">
              <a:alphaModFix/>
            </a:blip>
            <a:srcRect b="0" l="0" r="0" t="0"/>
            <a:stretch/>
          </p:blipFill>
          <p:spPr>
            <a:xfrm>
              <a:off x="3823606" y="2347948"/>
              <a:ext cx="200432" cy="231877"/>
            </a:xfrm>
            <a:prstGeom prst="rect">
              <a:avLst/>
            </a:prstGeom>
            <a:noFill/>
            <a:ln>
              <a:noFill/>
            </a:ln>
          </p:spPr>
        </p:pic>
        <p:sp>
          <p:nvSpPr>
            <p:cNvPr id="462" name="Google Shape;462;p56"/>
            <p:cNvSpPr/>
            <p:nvPr/>
          </p:nvSpPr>
          <p:spPr>
            <a:xfrm>
              <a:off x="3735917" y="250462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3"/>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63" name="Google Shape;463;p56"/>
          <p:cNvGrpSpPr/>
          <p:nvPr/>
        </p:nvGrpSpPr>
        <p:grpSpPr>
          <a:xfrm>
            <a:off x="4141775" y="1629980"/>
            <a:ext cx="375920" cy="476714"/>
            <a:chOff x="4185370" y="2347948"/>
            <a:chExt cx="375920" cy="476714"/>
          </a:xfrm>
        </p:grpSpPr>
        <p:pic>
          <p:nvPicPr>
            <p:cNvPr id="464" name="Google Shape;464;p56"/>
            <p:cNvPicPr preferRelativeResize="0"/>
            <p:nvPr/>
          </p:nvPicPr>
          <p:blipFill rotWithShape="1">
            <a:blip r:embed="rId6">
              <a:alphaModFix/>
            </a:blip>
            <a:srcRect b="0" l="0" r="0" t="0"/>
            <a:stretch/>
          </p:blipFill>
          <p:spPr>
            <a:xfrm>
              <a:off x="4273060" y="2347948"/>
              <a:ext cx="200432" cy="231877"/>
            </a:xfrm>
            <a:prstGeom prst="rect">
              <a:avLst/>
            </a:prstGeom>
            <a:noFill/>
            <a:ln>
              <a:noFill/>
            </a:ln>
          </p:spPr>
        </p:pic>
        <p:sp>
          <p:nvSpPr>
            <p:cNvPr id="465" name="Google Shape;465;p56"/>
            <p:cNvSpPr/>
            <p:nvPr/>
          </p:nvSpPr>
          <p:spPr>
            <a:xfrm>
              <a:off x="4185370" y="250462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3"/>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66" name="Google Shape;466;p56"/>
          <p:cNvGrpSpPr/>
          <p:nvPr/>
        </p:nvGrpSpPr>
        <p:grpSpPr>
          <a:xfrm>
            <a:off x="4591355" y="1629980"/>
            <a:ext cx="375920" cy="476714"/>
            <a:chOff x="4634950" y="2347948"/>
            <a:chExt cx="375920" cy="476714"/>
          </a:xfrm>
        </p:grpSpPr>
        <p:pic>
          <p:nvPicPr>
            <p:cNvPr id="467" name="Google Shape;467;p56"/>
            <p:cNvPicPr preferRelativeResize="0"/>
            <p:nvPr/>
          </p:nvPicPr>
          <p:blipFill rotWithShape="1">
            <a:blip r:embed="rId6">
              <a:alphaModFix/>
            </a:blip>
            <a:srcRect b="0" l="0" r="0" t="0"/>
            <a:stretch/>
          </p:blipFill>
          <p:spPr>
            <a:xfrm>
              <a:off x="4722639" y="2347948"/>
              <a:ext cx="200432" cy="231877"/>
            </a:xfrm>
            <a:prstGeom prst="rect">
              <a:avLst/>
            </a:prstGeom>
            <a:noFill/>
            <a:ln>
              <a:noFill/>
            </a:ln>
          </p:spPr>
        </p:pic>
        <p:sp>
          <p:nvSpPr>
            <p:cNvPr id="468" name="Google Shape;468;p56"/>
            <p:cNvSpPr/>
            <p:nvPr/>
          </p:nvSpPr>
          <p:spPr>
            <a:xfrm>
              <a:off x="4634950" y="250462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3"/>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69" name="Google Shape;469;p56"/>
          <p:cNvGrpSpPr/>
          <p:nvPr/>
        </p:nvGrpSpPr>
        <p:grpSpPr>
          <a:xfrm>
            <a:off x="5040935" y="1629980"/>
            <a:ext cx="375920" cy="476714"/>
            <a:chOff x="5084530" y="2347948"/>
            <a:chExt cx="375920" cy="476714"/>
          </a:xfrm>
        </p:grpSpPr>
        <p:pic>
          <p:nvPicPr>
            <p:cNvPr id="470" name="Google Shape;470;p56"/>
            <p:cNvPicPr preferRelativeResize="0"/>
            <p:nvPr/>
          </p:nvPicPr>
          <p:blipFill rotWithShape="1">
            <a:blip r:embed="rId6">
              <a:alphaModFix/>
            </a:blip>
            <a:srcRect b="0" l="0" r="0" t="0"/>
            <a:stretch/>
          </p:blipFill>
          <p:spPr>
            <a:xfrm>
              <a:off x="5172219" y="2347948"/>
              <a:ext cx="200432" cy="231877"/>
            </a:xfrm>
            <a:prstGeom prst="rect">
              <a:avLst/>
            </a:prstGeom>
            <a:noFill/>
            <a:ln>
              <a:noFill/>
            </a:ln>
          </p:spPr>
        </p:pic>
        <p:sp>
          <p:nvSpPr>
            <p:cNvPr id="471" name="Google Shape;471;p56"/>
            <p:cNvSpPr/>
            <p:nvPr/>
          </p:nvSpPr>
          <p:spPr>
            <a:xfrm>
              <a:off x="5084530" y="250462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3"/>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72" name="Google Shape;472;p56"/>
          <p:cNvGrpSpPr/>
          <p:nvPr/>
        </p:nvGrpSpPr>
        <p:grpSpPr>
          <a:xfrm>
            <a:off x="5490515" y="1629980"/>
            <a:ext cx="375920" cy="476714"/>
            <a:chOff x="5534110" y="2347948"/>
            <a:chExt cx="375920" cy="476714"/>
          </a:xfrm>
        </p:grpSpPr>
        <p:pic>
          <p:nvPicPr>
            <p:cNvPr id="473" name="Google Shape;473;p56"/>
            <p:cNvPicPr preferRelativeResize="0"/>
            <p:nvPr/>
          </p:nvPicPr>
          <p:blipFill rotWithShape="1">
            <a:blip r:embed="rId7">
              <a:alphaModFix/>
            </a:blip>
            <a:srcRect b="0" l="0" r="0" t="0"/>
            <a:stretch/>
          </p:blipFill>
          <p:spPr>
            <a:xfrm>
              <a:off x="5621799" y="2347948"/>
              <a:ext cx="200432" cy="231877"/>
            </a:xfrm>
            <a:prstGeom prst="rect">
              <a:avLst/>
            </a:prstGeom>
            <a:noFill/>
            <a:ln>
              <a:noFill/>
            </a:ln>
          </p:spPr>
        </p:pic>
        <p:sp>
          <p:nvSpPr>
            <p:cNvPr id="474" name="Google Shape;474;p56"/>
            <p:cNvSpPr/>
            <p:nvPr/>
          </p:nvSpPr>
          <p:spPr>
            <a:xfrm>
              <a:off x="5534110" y="250462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3"/>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75" name="Google Shape;475;p56"/>
          <p:cNvGrpSpPr/>
          <p:nvPr/>
        </p:nvGrpSpPr>
        <p:grpSpPr>
          <a:xfrm>
            <a:off x="5939968" y="1629980"/>
            <a:ext cx="375920" cy="476714"/>
            <a:chOff x="5983563" y="2347948"/>
            <a:chExt cx="375920" cy="476714"/>
          </a:xfrm>
        </p:grpSpPr>
        <p:pic>
          <p:nvPicPr>
            <p:cNvPr id="476" name="Google Shape;476;p56"/>
            <p:cNvPicPr preferRelativeResize="0"/>
            <p:nvPr/>
          </p:nvPicPr>
          <p:blipFill rotWithShape="1">
            <a:blip r:embed="rId6">
              <a:alphaModFix/>
            </a:blip>
            <a:srcRect b="0" l="0" r="0" t="0"/>
            <a:stretch/>
          </p:blipFill>
          <p:spPr>
            <a:xfrm>
              <a:off x="6071252" y="2347948"/>
              <a:ext cx="200432" cy="231877"/>
            </a:xfrm>
            <a:prstGeom prst="rect">
              <a:avLst/>
            </a:prstGeom>
            <a:noFill/>
            <a:ln>
              <a:noFill/>
            </a:ln>
          </p:spPr>
        </p:pic>
        <p:sp>
          <p:nvSpPr>
            <p:cNvPr id="477" name="Google Shape;477;p56"/>
            <p:cNvSpPr/>
            <p:nvPr/>
          </p:nvSpPr>
          <p:spPr>
            <a:xfrm>
              <a:off x="5983563" y="250462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3"/>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78" name="Google Shape;478;p56"/>
          <p:cNvGrpSpPr/>
          <p:nvPr/>
        </p:nvGrpSpPr>
        <p:grpSpPr>
          <a:xfrm>
            <a:off x="6389548" y="1629980"/>
            <a:ext cx="375920" cy="476714"/>
            <a:chOff x="6433143" y="2347948"/>
            <a:chExt cx="375920" cy="476714"/>
          </a:xfrm>
        </p:grpSpPr>
        <p:pic>
          <p:nvPicPr>
            <p:cNvPr id="479" name="Google Shape;479;p56"/>
            <p:cNvPicPr preferRelativeResize="0"/>
            <p:nvPr/>
          </p:nvPicPr>
          <p:blipFill rotWithShape="1">
            <a:blip r:embed="rId6">
              <a:alphaModFix/>
            </a:blip>
            <a:srcRect b="0" l="0" r="0" t="0"/>
            <a:stretch/>
          </p:blipFill>
          <p:spPr>
            <a:xfrm>
              <a:off x="6520832" y="2347948"/>
              <a:ext cx="200432" cy="231877"/>
            </a:xfrm>
            <a:prstGeom prst="rect">
              <a:avLst/>
            </a:prstGeom>
            <a:noFill/>
            <a:ln>
              <a:noFill/>
            </a:ln>
          </p:spPr>
        </p:pic>
        <p:sp>
          <p:nvSpPr>
            <p:cNvPr id="480" name="Google Shape;480;p56"/>
            <p:cNvSpPr/>
            <p:nvPr/>
          </p:nvSpPr>
          <p:spPr>
            <a:xfrm>
              <a:off x="6433143" y="250462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3"/>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81" name="Google Shape;481;p56"/>
          <p:cNvGrpSpPr/>
          <p:nvPr/>
        </p:nvGrpSpPr>
        <p:grpSpPr>
          <a:xfrm>
            <a:off x="6839126" y="1629980"/>
            <a:ext cx="375920" cy="476714"/>
            <a:chOff x="6882721" y="2347948"/>
            <a:chExt cx="375920" cy="476714"/>
          </a:xfrm>
        </p:grpSpPr>
        <p:pic>
          <p:nvPicPr>
            <p:cNvPr id="482" name="Google Shape;482;p56"/>
            <p:cNvPicPr preferRelativeResize="0"/>
            <p:nvPr/>
          </p:nvPicPr>
          <p:blipFill rotWithShape="1">
            <a:blip r:embed="rId6">
              <a:alphaModFix/>
            </a:blip>
            <a:srcRect b="0" l="0" r="0" t="0"/>
            <a:stretch/>
          </p:blipFill>
          <p:spPr>
            <a:xfrm>
              <a:off x="6970409" y="2347948"/>
              <a:ext cx="200429" cy="231877"/>
            </a:xfrm>
            <a:prstGeom prst="rect">
              <a:avLst/>
            </a:prstGeom>
            <a:noFill/>
            <a:ln>
              <a:noFill/>
            </a:ln>
          </p:spPr>
        </p:pic>
        <p:sp>
          <p:nvSpPr>
            <p:cNvPr id="483" name="Google Shape;483;p56"/>
            <p:cNvSpPr/>
            <p:nvPr/>
          </p:nvSpPr>
          <p:spPr>
            <a:xfrm>
              <a:off x="6882721" y="2504622"/>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6"/>
                  </a:lnTo>
                  <a:lnTo>
                    <a:pt x="166205" y="307201"/>
                  </a:lnTo>
                  <a:lnTo>
                    <a:pt x="172787" y="314666"/>
                  </a:lnTo>
                  <a:lnTo>
                    <a:pt x="181419" y="318880"/>
                  </a:lnTo>
                  <a:lnTo>
                    <a:pt x="190999" y="319549"/>
                  </a:lnTo>
                  <a:lnTo>
                    <a:pt x="200429" y="316377"/>
                  </a:lnTo>
                  <a:lnTo>
                    <a:pt x="207891" y="309791"/>
                  </a:lnTo>
                  <a:lnTo>
                    <a:pt x="212102" y="301155"/>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3"/>
                  </a:lnTo>
                  <a:lnTo>
                    <a:pt x="274087" y="273777"/>
                  </a:lnTo>
                  <a:lnTo>
                    <a:pt x="267030" y="280849"/>
                  </a:lnTo>
                  <a:lnTo>
                    <a:pt x="263357" y="289770"/>
                  </a:lnTo>
                  <a:lnTo>
                    <a:pt x="292507" y="319549"/>
                  </a:lnTo>
                  <a:lnTo>
                    <a:pt x="301840" y="315735"/>
                  </a:lnTo>
                  <a:lnTo>
                    <a:pt x="302968" y="314666"/>
                  </a:lnTo>
                  <a:lnTo>
                    <a:pt x="308949" y="308674"/>
                  </a:lnTo>
                  <a:lnTo>
                    <a:pt x="309586" y="307201"/>
                  </a:lnTo>
                  <a:lnTo>
                    <a:pt x="312674" y="299700"/>
                  </a:lnTo>
                  <a:lnTo>
                    <a:pt x="312620" y="289770"/>
                  </a:lnTo>
                  <a:lnTo>
                    <a:pt x="308980" y="280849"/>
                  </a:lnTo>
                  <a:lnTo>
                    <a:pt x="306626" y="277281"/>
                  </a:lnTo>
                  <a:lnTo>
                    <a:pt x="303442" y="274414"/>
                  </a:lnTo>
                  <a:lnTo>
                    <a:pt x="299705" y="272451"/>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1476" y="1477"/>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5"/>
                  </a:lnTo>
                  <a:lnTo>
                    <a:pt x="70825" y="148882"/>
                  </a:lnTo>
                  <a:lnTo>
                    <a:pt x="76347" y="153083"/>
                  </a:lnTo>
                  <a:lnTo>
                    <a:pt x="82756" y="155739"/>
                  </a:lnTo>
                  <a:lnTo>
                    <a:pt x="89744" y="156674"/>
                  </a:lnTo>
                  <a:lnTo>
                    <a:pt x="286055" y="156674"/>
                  </a:lnTo>
                  <a:lnTo>
                    <a:pt x="293044" y="155739"/>
                  </a:lnTo>
                  <a:lnTo>
                    <a:pt x="299452" y="153083"/>
                  </a:lnTo>
                  <a:lnTo>
                    <a:pt x="304973" y="148882"/>
                  </a:lnTo>
                  <a:lnTo>
                    <a:pt x="309298" y="143315"/>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3"/>
                  </a:moveTo>
                  <a:lnTo>
                    <a:pt x="89458" y="100543"/>
                  </a:lnTo>
                  <a:lnTo>
                    <a:pt x="65202" y="116262"/>
                  </a:lnTo>
                  <a:lnTo>
                    <a:pt x="310603" y="116262"/>
                  </a:lnTo>
                  <a:lnTo>
                    <a:pt x="306392" y="109757"/>
                  </a:lnTo>
                  <a:lnTo>
                    <a:pt x="300635" y="104792"/>
                  </a:lnTo>
                  <a:lnTo>
                    <a:pt x="293725" y="101622"/>
                  </a:lnTo>
                  <a:lnTo>
                    <a:pt x="286341" y="100543"/>
                  </a:lnTo>
                  <a:close/>
                </a:path>
                <a:path extrusionOk="0" h="320039" w="375920">
                  <a:moveTo>
                    <a:pt x="357015" y="0"/>
                  </a:moveTo>
                  <a:lnTo>
                    <a:pt x="318384" y="1477"/>
                  </a:lnTo>
                  <a:lnTo>
                    <a:pt x="306907" y="18801"/>
                  </a:lnTo>
                  <a:lnTo>
                    <a:pt x="306923" y="26744"/>
                  </a:lnTo>
                  <a:lnTo>
                    <a:pt x="311944" y="33815"/>
                  </a:lnTo>
                  <a:lnTo>
                    <a:pt x="319434" y="36447"/>
                  </a:lnTo>
                  <a:lnTo>
                    <a:pt x="319418" y="106961"/>
                  </a:lnTo>
                  <a:lnTo>
                    <a:pt x="316078" y="112915"/>
                  </a:lnTo>
                  <a:lnTo>
                    <a:pt x="310603" y="116262"/>
                  </a:lnTo>
                  <a:lnTo>
                    <a:pt x="341381" y="116262"/>
                  </a:lnTo>
                  <a:lnTo>
                    <a:pt x="341848" y="115445"/>
                  </a:lnTo>
                  <a:lnTo>
                    <a:pt x="344488" y="100543"/>
                  </a:lnTo>
                  <a:lnTo>
                    <a:pt x="344488" y="37601"/>
                  </a:lnTo>
                  <a:lnTo>
                    <a:pt x="357015" y="37601"/>
                  </a:lnTo>
                  <a:lnTo>
                    <a:pt x="364328" y="36124"/>
                  </a:lnTo>
                  <a:lnTo>
                    <a:pt x="370301" y="32094"/>
                  </a:lnTo>
                  <a:lnTo>
                    <a:pt x="374328" y="26118"/>
                  </a:lnTo>
                  <a:lnTo>
                    <a:pt x="375805" y="18801"/>
                  </a:lnTo>
                  <a:lnTo>
                    <a:pt x="374328" y="11483"/>
                  </a:lnTo>
                  <a:lnTo>
                    <a:pt x="370301" y="5507"/>
                  </a:lnTo>
                  <a:lnTo>
                    <a:pt x="364328" y="1477"/>
                  </a:lnTo>
                  <a:lnTo>
                    <a:pt x="357015"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84" name="Google Shape;484;p56"/>
          <p:cNvGrpSpPr/>
          <p:nvPr/>
        </p:nvGrpSpPr>
        <p:grpSpPr>
          <a:xfrm>
            <a:off x="7288707" y="1629980"/>
            <a:ext cx="375920" cy="476714"/>
            <a:chOff x="7332302" y="2347948"/>
            <a:chExt cx="375920" cy="476714"/>
          </a:xfrm>
        </p:grpSpPr>
        <p:pic>
          <p:nvPicPr>
            <p:cNvPr id="485" name="Google Shape;485;p56"/>
            <p:cNvPicPr preferRelativeResize="0"/>
            <p:nvPr/>
          </p:nvPicPr>
          <p:blipFill rotWithShape="1">
            <a:blip r:embed="rId6">
              <a:alphaModFix/>
            </a:blip>
            <a:srcRect b="0" l="0" r="0" t="0"/>
            <a:stretch/>
          </p:blipFill>
          <p:spPr>
            <a:xfrm>
              <a:off x="7419989" y="2347948"/>
              <a:ext cx="200429" cy="231877"/>
            </a:xfrm>
            <a:prstGeom prst="rect">
              <a:avLst/>
            </a:prstGeom>
            <a:noFill/>
            <a:ln>
              <a:noFill/>
            </a:ln>
          </p:spPr>
        </p:pic>
        <p:sp>
          <p:nvSpPr>
            <p:cNvPr id="486" name="Google Shape;486;p56"/>
            <p:cNvSpPr/>
            <p:nvPr/>
          </p:nvSpPr>
          <p:spPr>
            <a:xfrm>
              <a:off x="7332302" y="2504622"/>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6"/>
                  </a:lnTo>
                  <a:lnTo>
                    <a:pt x="166205" y="307201"/>
                  </a:lnTo>
                  <a:lnTo>
                    <a:pt x="172787" y="314666"/>
                  </a:lnTo>
                  <a:lnTo>
                    <a:pt x="181419" y="318880"/>
                  </a:lnTo>
                  <a:lnTo>
                    <a:pt x="190999" y="319549"/>
                  </a:lnTo>
                  <a:lnTo>
                    <a:pt x="200429" y="316377"/>
                  </a:lnTo>
                  <a:lnTo>
                    <a:pt x="207891" y="309791"/>
                  </a:lnTo>
                  <a:lnTo>
                    <a:pt x="212102" y="301155"/>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3"/>
                  </a:lnTo>
                  <a:lnTo>
                    <a:pt x="274087" y="273777"/>
                  </a:lnTo>
                  <a:lnTo>
                    <a:pt x="267030" y="280849"/>
                  </a:lnTo>
                  <a:lnTo>
                    <a:pt x="263357" y="289770"/>
                  </a:lnTo>
                  <a:lnTo>
                    <a:pt x="292507" y="319549"/>
                  </a:lnTo>
                  <a:lnTo>
                    <a:pt x="301840" y="315735"/>
                  </a:lnTo>
                  <a:lnTo>
                    <a:pt x="302968" y="314666"/>
                  </a:lnTo>
                  <a:lnTo>
                    <a:pt x="308949" y="308674"/>
                  </a:lnTo>
                  <a:lnTo>
                    <a:pt x="309586" y="307201"/>
                  </a:lnTo>
                  <a:lnTo>
                    <a:pt x="312674" y="299700"/>
                  </a:lnTo>
                  <a:lnTo>
                    <a:pt x="312620" y="289770"/>
                  </a:lnTo>
                  <a:lnTo>
                    <a:pt x="308980" y="280849"/>
                  </a:lnTo>
                  <a:lnTo>
                    <a:pt x="306626" y="277281"/>
                  </a:lnTo>
                  <a:lnTo>
                    <a:pt x="303442" y="274414"/>
                  </a:lnTo>
                  <a:lnTo>
                    <a:pt x="299705" y="272451"/>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1476" y="1477"/>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5"/>
                  </a:lnTo>
                  <a:lnTo>
                    <a:pt x="70825" y="148882"/>
                  </a:lnTo>
                  <a:lnTo>
                    <a:pt x="76347" y="153083"/>
                  </a:lnTo>
                  <a:lnTo>
                    <a:pt x="82756" y="155739"/>
                  </a:lnTo>
                  <a:lnTo>
                    <a:pt x="89744" y="156674"/>
                  </a:lnTo>
                  <a:lnTo>
                    <a:pt x="286055" y="156674"/>
                  </a:lnTo>
                  <a:lnTo>
                    <a:pt x="293044" y="155739"/>
                  </a:lnTo>
                  <a:lnTo>
                    <a:pt x="299452" y="153083"/>
                  </a:lnTo>
                  <a:lnTo>
                    <a:pt x="304973" y="148882"/>
                  </a:lnTo>
                  <a:lnTo>
                    <a:pt x="309298" y="143315"/>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3"/>
                  </a:moveTo>
                  <a:lnTo>
                    <a:pt x="89458" y="100543"/>
                  </a:lnTo>
                  <a:lnTo>
                    <a:pt x="65202" y="116262"/>
                  </a:lnTo>
                  <a:lnTo>
                    <a:pt x="310603" y="116262"/>
                  </a:lnTo>
                  <a:lnTo>
                    <a:pt x="306392" y="109757"/>
                  </a:lnTo>
                  <a:lnTo>
                    <a:pt x="300635" y="104792"/>
                  </a:lnTo>
                  <a:lnTo>
                    <a:pt x="293725" y="101622"/>
                  </a:lnTo>
                  <a:lnTo>
                    <a:pt x="286341" y="100543"/>
                  </a:lnTo>
                  <a:close/>
                </a:path>
                <a:path extrusionOk="0" h="320039" w="375920">
                  <a:moveTo>
                    <a:pt x="357015" y="0"/>
                  </a:moveTo>
                  <a:lnTo>
                    <a:pt x="318384" y="1477"/>
                  </a:lnTo>
                  <a:lnTo>
                    <a:pt x="306907" y="18801"/>
                  </a:lnTo>
                  <a:lnTo>
                    <a:pt x="306923" y="26744"/>
                  </a:lnTo>
                  <a:lnTo>
                    <a:pt x="311944" y="33815"/>
                  </a:lnTo>
                  <a:lnTo>
                    <a:pt x="319434" y="36447"/>
                  </a:lnTo>
                  <a:lnTo>
                    <a:pt x="319418" y="106961"/>
                  </a:lnTo>
                  <a:lnTo>
                    <a:pt x="316078" y="112915"/>
                  </a:lnTo>
                  <a:lnTo>
                    <a:pt x="310603" y="116262"/>
                  </a:lnTo>
                  <a:lnTo>
                    <a:pt x="341381" y="116262"/>
                  </a:lnTo>
                  <a:lnTo>
                    <a:pt x="341848" y="115445"/>
                  </a:lnTo>
                  <a:lnTo>
                    <a:pt x="344488" y="100543"/>
                  </a:lnTo>
                  <a:lnTo>
                    <a:pt x="344488" y="37601"/>
                  </a:lnTo>
                  <a:lnTo>
                    <a:pt x="357015" y="37601"/>
                  </a:lnTo>
                  <a:lnTo>
                    <a:pt x="364328" y="36124"/>
                  </a:lnTo>
                  <a:lnTo>
                    <a:pt x="370301" y="32094"/>
                  </a:lnTo>
                  <a:lnTo>
                    <a:pt x="374328" y="26118"/>
                  </a:lnTo>
                  <a:lnTo>
                    <a:pt x="375805" y="18801"/>
                  </a:lnTo>
                  <a:lnTo>
                    <a:pt x="374328" y="11483"/>
                  </a:lnTo>
                  <a:lnTo>
                    <a:pt x="370301" y="5507"/>
                  </a:lnTo>
                  <a:lnTo>
                    <a:pt x="364328" y="1477"/>
                  </a:lnTo>
                  <a:lnTo>
                    <a:pt x="357015"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87" name="Google Shape;487;p56"/>
          <p:cNvGrpSpPr/>
          <p:nvPr/>
        </p:nvGrpSpPr>
        <p:grpSpPr>
          <a:xfrm>
            <a:off x="7738288" y="1629980"/>
            <a:ext cx="375920" cy="476714"/>
            <a:chOff x="7781883" y="2347948"/>
            <a:chExt cx="375920" cy="476714"/>
          </a:xfrm>
        </p:grpSpPr>
        <p:pic>
          <p:nvPicPr>
            <p:cNvPr id="488" name="Google Shape;488;p56"/>
            <p:cNvPicPr preferRelativeResize="0"/>
            <p:nvPr/>
          </p:nvPicPr>
          <p:blipFill rotWithShape="1">
            <a:blip r:embed="rId6">
              <a:alphaModFix/>
            </a:blip>
            <a:srcRect b="0" l="0" r="0" t="0"/>
            <a:stretch/>
          </p:blipFill>
          <p:spPr>
            <a:xfrm>
              <a:off x="7869573" y="2347948"/>
              <a:ext cx="200432" cy="231877"/>
            </a:xfrm>
            <a:prstGeom prst="rect">
              <a:avLst/>
            </a:prstGeom>
            <a:noFill/>
            <a:ln>
              <a:noFill/>
            </a:ln>
          </p:spPr>
        </p:pic>
        <p:sp>
          <p:nvSpPr>
            <p:cNvPr id="489" name="Google Shape;489;p56"/>
            <p:cNvSpPr/>
            <p:nvPr/>
          </p:nvSpPr>
          <p:spPr>
            <a:xfrm>
              <a:off x="7781883" y="250462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3"/>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90" name="Google Shape;490;p56"/>
          <p:cNvGrpSpPr/>
          <p:nvPr/>
        </p:nvGrpSpPr>
        <p:grpSpPr>
          <a:xfrm>
            <a:off x="8187739" y="1629980"/>
            <a:ext cx="375920" cy="476714"/>
            <a:chOff x="8231334" y="2347948"/>
            <a:chExt cx="375920" cy="476714"/>
          </a:xfrm>
        </p:grpSpPr>
        <p:pic>
          <p:nvPicPr>
            <p:cNvPr id="491" name="Google Shape;491;p56"/>
            <p:cNvPicPr preferRelativeResize="0"/>
            <p:nvPr/>
          </p:nvPicPr>
          <p:blipFill rotWithShape="1">
            <a:blip r:embed="rId6">
              <a:alphaModFix/>
            </a:blip>
            <a:srcRect b="0" l="0" r="0" t="0"/>
            <a:stretch/>
          </p:blipFill>
          <p:spPr>
            <a:xfrm>
              <a:off x="8319022" y="2347948"/>
              <a:ext cx="200429" cy="231877"/>
            </a:xfrm>
            <a:prstGeom prst="rect">
              <a:avLst/>
            </a:prstGeom>
            <a:noFill/>
            <a:ln>
              <a:noFill/>
            </a:ln>
          </p:spPr>
        </p:pic>
        <p:sp>
          <p:nvSpPr>
            <p:cNvPr id="492" name="Google Shape;492;p56"/>
            <p:cNvSpPr/>
            <p:nvPr/>
          </p:nvSpPr>
          <p:spPr>
            <a:xfrm>
              <a:off x="8231334" y="2504622"/>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6"/>
                  </a:lnTo>
                  <a:lnTo>
                    <a:pt x="166205" y="307201"/>
                  </a:lnTo>
                  <a:lnTo>
                    <a:pt x="172787" y="314666"/>
                  </a:lnTo>
                  <a:lnTo>
                    <a:pt x="181419" y="318880"/>
                  </a:lnTo>
                  <a:lnTo>
                    <a:pt x="190999" y="319549"/>
                  </a:lnTo>
                  <a:lnTo>
                    <a:pt x="200429" y="316377"/>
                  </a:lnTo>
                  <a:lnTo>
                    <a:pt x="207891" y="309791"/>
                  </a:lnTo>
                  <a:lnTo>
                    <a:pt x="212102" y="301155"/>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3"/>
                  </a:lnTo>
                  <a:lnTo>
                    <a:pt x="274087" y="273777"/>
                  </a:lnTo>
                  <a:lnTo>
                    <a:pt x="267030" y="280849"/>
                  </a:lnTo>
                  <a:lnTo>
                    <a:pt x="263357" y="289770"/>
                  </a:lnTo>
                  <a:lnTo>
                    <a:pt x="292507" y="319549"/>
                  </a:lnTo>
                  <a:lnTo>
                    <a:pt x="301840" y="315735"/>
                  </a:lnTo>
                  <a:lnTo>
                    <a:pt x="302968" y="314666"/>
                  </a:lnTo>
                  <a:lnTo>
                    <a:pt x="308949" y="308674"/>
                  </a:lnTo>
                  <a:lnTo>
                    <a:pt x="309586" y="307201"/>
                  </a:lnTo>
                  <a:lnTo>
                    <a:pt x="312674" y="299700"/>
                  </a:lnTo>
                  <a:lnTo>
                    <a:pt x="312620" y="289770"/>
                  </a:lnTo>
                  <a:lnTo>
                    <a:pt x="308980" y="280849"/>
                  </a:lnTo>
                  <a:lnTo>
                    <a:pt x="306626" y="277281"/>
                  </a:lnTo>
                  <a:lnTo>
                    <a:pt x="303442" y="274414"/>
                  </a:lnTo>
                  <a:lnTo>
                    <a:pt x="299705" y="272451"/>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1476" y="1477"/>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5"/>
                  </a:lnTo>
                  <a:lnTo>
                    <a:pt x="70825" y="148882"/>
                  </a:lnTo>
                  <a:lnTo>
                    <a:pt x="76347" y="153083"/>
                  </a:lnTo>
                  <a:lnTo>
                    <a:pt x="82756" y="155739"/>
                  </a:lnTo>
                  <a:lnTo>
                    <a:pt x="89744" y="156674"/>
                  </a:lnTo>
                  <a:lnTo>
                    <a:pt x="286055" y="156674"/>
                  </a:lnTo>
                  <a:lnTo>
                    <a:pt x="293044" y="155739"/>
                  </a:lnTo>
                  <a:lnTo>
                    <a:pt x="299452" y="153083"/>
                  </a:lnTo>
                  <a:lnTo>
                    <a:pt x="304973" y="148882"/>
                  </a:lnTo>
                  <a:lnTo>
                    <a:pt x="309298" y="143315"/>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3"/>
                  </a:moveTo>
                  <a:lnTo>
                    <a:pt x="89458" y="100543"/>
                  </a:lnTo>
                  <a:lnTo>
                    <a:pt x="65202" y="116262"/>
                  </a:lnTo>
                  <a:lnTo>
                    <a:pt x="310603" y="116262"/>
                  </a:lnTo>
                  <a:lnTo>
                    <a:pt x="306392" y="109757"/>
                  </a:lnTo>
                  <a:lnTo>
                    <a:pt x="300635" y="104792"/>
                  </a:lnTo>
                  <a:lnTo>
                    <a:pt x="293725" y="101622"/>
                  </a:lnTo>
                  <a:lnTo>
                    <a:pt x="286341" y="100543"/>
                  </a:lnTo>
                  <a:close/>
                </a:path>
                <a:path extrusionOk="0" h="320039" w="375920">
                  <a:moveTo>
                    <a:pt x="357015" y="0"/>
                  </a:moveTo>
                  <a:lnTo>
                    <a:pt x="318384" y="1477"/>
                  </a:lnTo>
                  <a:lnTo>
                    <a:pt x="306907" y="18801"/>
                  </a:lnTo>
                  <a:lnTo>
                    <a:pt x="306923" y="26744"/>
                  </a:lnTo>
                  <a:lnTo>
                    <a:pt x="311944" y="33815"/>
                  </a:lnTo>
                  <a:lnTo>
                    <a:pt x="319434" y="36447"/>
                  </a:lnTo>
                  <a:lnTo>
                    <a:pt x="319418" y="106961"/>
                  </a:lnTo>
                  <a:lnTo>
                    <a:pt x="316078" y="112915"/>
                  </a:lnTo>
                  <a:lnTo>
                    <a:pt x="310603" y="116262"/>
                  </a:lnTo>
                  <a:lnTo>
                    <a:pt x="341381" y="116262"/>
                  </a:lnTo>
                  <a:lnTo>
                    <a:pt x="341848" y="115445"/>
                  </a:lnTo>
                  <a:lnTo>
                    <a:pt x="344488" y="100543"/>
                  </a:lnTo>
                  <a:lnTo>
                    <a:pt x="344488" y="37601"/>
                  </a:lnTo>
                  <a:lnTo>
                    <a:pt x="357015" y="37601"/>
                  </a:lnTo>
                  <a:lnTo>
                    <a:pt x="364328" y="36124"/>
                  </a:lnTo>
                  <a:lnTo>
                    <a:pt x="370301" y="32094"/>
                  </a:lnTo>
                  <a:lnTo>
                    <a:pt x="374328" y="26118"/>
                  </a:lnTo>
                  <a:lnTo>
                    <a:pt x="375805" y="18801"/>
                  </a:lnTo>
                  <a:lnTo>
                    <a:pt x="374328" y="11483"/>
                  </a:lnTo>
                  <a:lnTo>
                    <a:pt x="370301" y="5507"/>
                  </a:lnTo>
                  <a:lnTo>
                    <a:pt x="364328" y="1477"/>
                  </a:lnTo>
                  <a:lnTo>
                    <a:pt x="357015" y="0"/>
                  </a:lnTo>
                  <a:close/>
                </a:path>
              </a:pathLst>
            </a:custGeom>
            <a:solidFill>
              <a:srgbClr val="CC99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93" name="Google Shape;493;p56"/>
          <p:cNvGrpSpPr/>
          <p:nvPr/>
        </p:nvGrpSpPr>
        <p:grpSpPr>
          <a:xfrm>
            <a:off x="8637321" y="1078320"/>
            <a:ext cx="1320842" cy="1028374"/>
            <a:chOff x="8680916" y="1796288"/>
            <a:chExt cx="1320842" cy="1028374"/>
          </a:xfrm>
        </p:grpSpPr>
        <p:pic>
          <p:nvPicPr>
            <p:cNvPr id="494" name="Google Shape;494;p56"/>
            <p:cNvPicPr preferRelativeResize="0"/>
            <p:nvPr/>
          </p:nvPicPr>
          <p:blipFill rotWithShape="1">
            <a:blip r:embed="rId6">
              <a:alphaModFix/>
            </a:blip>
            <a:srcRect b="0" l="0" r="0" t="0"/>
            <a:stretch/>
          </p:blipFill>
          <p:spPr>
            <a:xfrm>
              <a:off x="8768605" y="2347948"/>
              <a:ext cx="200432" cy="231877"/>
            </a:xfrm>
            <a:prstGeom prst="rect">
              <a:avLst/>
            </a:prstGeom>
            <a:noFill/>
            <a:ln cap="flat" cmpd="sng" w="9525">
              <a:solidFill>
                <a:srgbClr val="0F243E"/>
              </a:solidFill>
              <a:prstDash val="solid"/>
              <a:round/>
              <a:headEnd len="sm" w="sm" type="none"/>
              <a:tailEnd len="sm" w="sm" type="none"/>
            </a:ln>
          </p:spPr>
        </p:pic>
        <p:sp>
          <p:nvSpPr>
            <p:cNvPr id="495" name="Google Shape;495;p56"/>
            <p:cNvSpPr/>
            <p:nvPr/>
          </p:nvSpPr>
          <p:spPr>
            <a:xfrm>
              <a:off x="8680916" y="2504622"/>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3"/>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CC9900"/>
            </a:solidFill>
            <a:ln cap="flat" cmpd="sng" w="9525">
              <a:solidFill>
                <a:srgbClr val="0F243E"/>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6" name="Google Shape;496;p56"/>
            <p:cNvSpPr/>
            <p:nvPr/>
          </p:nvSpPr>
          <p:spPr>
            <a:xfrm>
              <a:off x="8781923" y="1796288"/>
              <a:ext cx="1219835" cy="969010"/>
            </a:xfrm>
            <a:custGeom>
              <a:rect b="b" l="l" r="r" t="t"/>
              <a:pathLst>
                <a:path extrusionOk="0" h="969010" w="1219834">
                  <a:moveTo>
                    <a:pt x="674370" y="0"/>
                  </a:moveTo>
                  <a:lnTo>
                    <a:pt x="0" y="0"/>
                  </a:lnTo>
                  <a:lnTo>
                    <a:pt x="0" y="242188"/>
                  </a:lnTo>
                  <a:lnTo>
                    <a:pt x="674370" y="242188"/>
                  </a:lnTo>
                  <a:lnTo>
                    <a:pt x="722668" y="248674"/>
                  </a:lnTo>
                  <a:lnTo>
                    <a:pt x="766078" y="266977"/>
                  </a:lnTo>
                  <a:lnTo>
                    <a:pt x="802862" y="295370"/>
                  </a:lnTo>
                  <a:lnTo>
                    <a:pt x="831285" y="332123"/>
                  </a:lnTo>
                  <a:lnTo>
                    <a:pt x="849612" y="375509"/>
                  </a:lnTo>
                  <a:lnTo>
                    <a:pt x="856106" y="423799"/>
                  </a:lnTo>
                  <a:lnTo>
                    <a:pt x="856106" y="726566"/>
                  </a:lnTo>
                  <a:lnTo>
                    <a:pt x="734949" y="726566"/>
                  </a:lnTo>
                  <a:lnTo>
                    <a:pt x="977137" y="968756"/>
                  </a:lnTo>
                  <a:lnTo>
                    <a:pt x="1219327" y="726566"/>
                  </a:lnTo>
                  <a:lnTo>
                    <a:pt x="1098296" y="726566"/>
                  </a:lnTo>
                  <a:lnTo>
                    <a:pt x="1098296" y="423799"/>
                  </a:lnTo>
                  <a:lnTo>
                    <a:pt x="1095442" y="374374"/>
                  </a:lnTo>
                  <a:lnTo>
                    <a:pt x="1087096" y="326624"/>
                  </a:lnTo>
                  <a:lnTo>
                    <a:pt x="1073574" y="280867"/>
                  </a:lnTo>
                  <a:lnTo>
                    <a:pt x="1055195" y="237421"/>
                  </a:lnTo>
                  <a:lnTo>
                    <a:pt x="1032279" y="196603"/>
                  </a:lnTo>
                  <a:lnTo>
                    <a:pt x="1005143" y="158732"/>
                  </a:lnTo>
                  <a:lnTo>
                    <a:pt x="974105" y="124126"/>
                  </a:lnTo>
                  <a:lnTo>
                    <a:pt x="939486" y="93102"/>
                  </a:lnTo>
                  <a:lnTo>
                    <a:pt x="901602" y="65979"/>
                  </a:lnTo>
                  <a:lnTo>
                    <a:pt x="860772" y="43074"/>
                  </a:lnTo>
                  <a:lnTo>
                    <a:pt x="817316" y="24706"/>
                  </a:lnTo>
                  <a:lnTo>
                    <a:pt x="771551" y="11192"/>
                  </a:lnTo>
                  <a:lnTo>
                    <a:pt x="723796" y="2851"/>
                  </a:lnTo>
                  <a:lnTo>
                    <a:pt x="674370" y="0"/>
                  </a:lnTo>
                  <a:close/>
                </a:path>
              </a:pathLst>
            </a:custGeom>
            <a:solidFill>
              <a:srgbClr val="244061"/>
            </a:solidFill>
            <a:ln cap="flat" cmpd="sng" w="9525">
              <a:solidFill>
                <a:srgbClr val="FFC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97" name="Google Shape;497;p56"/>
          <p:cNvGrpSpPr/>
          <p:nvPr/>
        </p:nvGrpSpPr>
        <p:grpSpPr>
          <a:xfrm>
            <a:off x="3692322" y="910779"/>
            <a:ext cx="375920" cy="476714"/>
            <a:chOff x="3735917" y="1628747"/>
            <a:chExt cx="375920" cy="476714"/>
          </a:xfrm>
        </p:grpSpPr>
        <p:pic>
          <p:nvPicPr>
            <p:cNvPr id="498" name="Google Shape;498;p56"/>
            <p:cNvPicPr preferRelativeResize="0"/>
            <p:nvPr/>
          </p:nvPicPr>
          <p:blipFill rotWithShape="1">
            <a:blip r:embed="rId8">
              <a:alphaModFix/>
            </a:blip>
            <a:srcRect b="0" l="0" r="0" t="0"/>
            <a:stretch/>
          </p:blipFill>
          <p:spPr>
            <a:xfrm>
              <a:off x="3823606" y="1628747"/>
              <a:ext cx="200432" cy="231877"/>
            </a:xfrm>
            <a:prstGeom prst="rect">
              <a:avLst/>
            </a:prstGeom>
            <a:noFill/>
            <a:ln>
              <a:noFill/>
            </a:ln>
          </p:spPr>
        </p:pic>
        <p:sp>
          <p:nvSpPr>
            <p:cNvPr id="499" name="Google Shape;499;p56"/>
            <p:cNvSpPr/>
            <p:nvPr/>
          </p:nvSpPr>
          <p:spPr>
            <a:xfrm>
              <a:off x="3735917" y="1785421"/>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3"/>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00" name="Google Shape;500;p56"/>
          <p:cNvGrpSpPr/>
          <p:nvPr/>
        </p:nvGrpSpPr>
        <p:grpSpPr>
          <a:xfrm>
            <a:off x="4141775" y="910779"/>
            <a:ext cx="375920" cy="476714"/>
            <a:chOff x="4185370" y="1628747"/>
            <a:chExt cx="375920" cy="476714"/>
          </a:xfrm>
        </p:grpSpPr>
        <p:pic>
          <p:nvPicPr>
            <p:cNvPr id="501" name="Google Shape;501;p56"/>
            <p:cNvPicPr preferRelativeResize="0"/>
            <p:nvPr/>
          </p:nvPicPr>
          <p:blipFill rotWithShape="1">
            <a:blip r:embed="rId8">
              <a:alphaModFix/>
            </a:blip>
            <a:srcRect b="0" l="0" r="0" t="0"/>
            <a:stretch/>
          </p:blipFill>
          <p:spPr>
            <a:xfrm>
              <a:off x="4273060" y="1628747"/>
              <a:ext cx="200432" cy="231877"/>
            </a:xfrm>
            <a:prstGeom prst="rect">
              <a:avLst/>
            </a:prstGeom>
            <a:noFill/>
            <a:ln>
              <a:noFill/>
            </a:ln>
          </p:spPr>
        </p:pic>
        <p:sp>
          <p:nvSpPr>
            <p:cNvPr id="502" name="Google Shape;502;p56"/>
            <p:cNvSpPr/>
            <p:nvPr/>
          </p:nvSpPr>
          <p:spPr>
            <a:xfrm>
              <a:off x="4185370" y="1785421"/>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3"/>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03" name="Google Shape;503;p56"/>
          <p:cNvGrpSpPr/>
          <p:nvPr/>
        </p:nvGrpSpPr>
        <p:grpSpPr>
          <a:xfrm>
            <a:off x="4591355" y="910779"/>
            <a:ext cx="375920" cy="476714"/>
            <a:chOff x="4634950" y="1628747"/>
            <a:chExt cx="375920" cy="476714"/>
          </a:xfrm>
        </p:grpSpPr>
        <p:pic>
          <p:nvPicPr>
            <p:cNvPr id="504" name="Google Shape;504;p56"/>
            <p:cNvPicPr preferRelativeResize="0"/>
            <p:nvPr/>
          </p:nvPicPr>
          <p:blipFill rotWithShape="1">
            <a:blip r:embed="rId8">
              <a:alphaModFix/>
            </a:blip>
            <a:srcRect b="0" l="0" r="0" t="0"/>
            <a:stretch/>
          </p:blipFill>
          <p:spPr>
            <a:xfrm>
              <a:off x="4722639" y="1628747"/>
              <a:ext cx="200432" cy="231877"/>
            </a:xfrm>
            <a:prstGeom prst="rect">
              <a:avLst/>
            </a:prstGeom>
            <a:noFill/>
            <a:ln>
              <a:noFill/>
            </a:ln>
          </p:spPr>
        </p:pic>
        <p:sp>
          <p:nvSpPr>
            <p:cNvPr id="505" name="Google Shape;505;p56"/>
            <p:cNvSpPr/>
            <p:nvPr/>
          </p:nvSpPr>
          <p:spPr>
            <a:xfrm>
              <a:off x="4634950" y="1785421"/>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3"/>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06" name="Google Shape;506;p56"/>
          <p:cNvGrpSpPr/>
          <p:nvPr/>
        </p:nvGrpSpPr>
        <p:grpSpPr>
          <a:xfrm>
            <a:off x="5040935" y="910779"/>
            <a:ext cx="375920" cy="476714"/>
            <a:chOff x="5084530" y="1628747"/>
            <a:chExt cx="375920" cy="476714"/>
          </a:xfrm>
        </p:grpSpPr>
        <p:pic>
          <p:nvPicPr>
            <p:cNvPr id="507" name="Google Shape;507;p56"/>
            <p:cNvPicPr preferRelativeResize="0"/>
            <p:nvPr/>
          </p:nvPicPr>
          <p:blipFill rotWithShape="1">
            <a:blip r:embed="rId8">
              <a:alphaModFix/>
            </a:blip>
            <a:srcRect b="0" l="0" r="0" t="0"/>
            <a:stretch/>
          </p:blipFill>
          <p:spPr>
            <a:xfrm>
              <a:off x="5172219" y="1628747"/>
              <a:ext cx="200432" cy="231877"/>
            </a:xfrm>
            <a:prstGeom prst="rect">
              <a:avLst/>
            </a:prstGeom>
            <a:noFill/>
            <a:ln>
              <a:noFill/>
            </a:ln>
          </p:spPr>
        </p:pic>
        <p:sp>
          <p:nvSpPr>
            <p:cNvPr id="508" name="Google Shape;508;p56"/>
            <p:cNvSpPr/>
            <p:nvPr/>
          </p:nvSpPr>
          <p:spPr>
            <a:xfrm>
              <a:off x="5084530" y="1785421"/>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3"/>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09" name="Google Shape;509;p56"/>
          <p:cNvGrpSpPr/>
          <p:nvPr/>
        </p:nvGrpSpPr>
        <p:grpSpPr>
          <a:xfrm>
            <a:off x="5490515" y="910779"/>
            <a:ext cx="375920" cy="476714"/>
            <a:chOff x="5534110" y="1628747"/>
            <a:chExt cx="375920" cy="476714"/>
          </a:xfrm>
        </p:grpSpPr>
        <p:pic>
          <p:nvPicPr>
            <p:cNvPr id="510" name="Google Shape;510;p56"/>
            <p:cNvPicPr preferRelativeResize="0"/>
            <p:nvPr/>
          </p:nvPicPr>
          <p:blipFill rotWithShape="1">
            <a:blip r:embed="rId9">
              <a:alphaModFix/>
            </a:blip>
            <a:srcRect b="0" l="0" r="0" t="0"/>
            <a:stretch/>
          </p:blipFill>
          <p:spPr>
            <a:xfrm>
              <a:off x="5621799" y="1628747"/>
              <a:ext cx="200432" cy="231877"/>
            </a:xfrm>
            <a:prstGeom prst="rect">
              <a:avLst/>
            </a:prstGeom>
            <a:noFill/>
            <a:ln>
              <a:noFill/>
            </a:ln>
          </p:spPr>
        </p:pic>
        <p:sp>
          <p:nvSpPr>
            <p:cNvPr id="511" name="Google Shape;511;p56"/>
            <p:cNvSpPr/>
            <p:nvPr/>
          </p:nvSpPr>
          <p:spPr>
            <a:xfrm>
              <a:off x="5534110" y="1785421"/>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3"/>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12" name="Google Shape;512;p56"/>
          <p:cNvGrpSpPr/>
          <p:nvPr/>
        </p:nvGrpSpPr>
        <p:grpSpPr>
          <a:xfrm>
            <a:off x="5939968" y="910779"/>
            <a:ext cx="375920" cy="476714"/>
            <a:chOff x="5983563" y="1628747"/>
            <a:chExt cx="375920" cy="476714"/>
          </a:xfrm>
        </p:grpSpPr>
        <p:pic>
          <p:nvPicPr>
            <p:cNvPr id="513" name="Google Shape;513;p56"/>
            <p:cNvPicPr preferRelativeResize="0"/>
            <p:nvPr/>
          </p:nvPicPr>
          <p:blipFill rotWithShape="1">
            <a:blip r:embed="rId8">
              <a:alphaModFix/>
            </a:blip>
            <a:srcRect b="0" l="0" r="0" t="0"/>
            <a:stretch/>
          </p:blipFill>
          <p:spPr>
            <a:xfrm>
              <a:off x="6071252" y="1628747"/>
              <a:ext cx="200432" cy="231877"/>
            </a:xfrm>
            <a:prstGeom prst="rect">
              <a:avLst/>
            </a:prstGeom>
            <a:noFill/>
            <a:ln>
              <a:noFill/>
            </a:ln>
          </p:spPr>
        </p:pic>
        <p:sp>
          <p:nvSpPr>
            <p:cNvPr id="514" name="Google Shape;514;p56"/>
            <p:cNvSpPr/>
            <p:nvPr/>
          </p:nvSpPr>
          <p:spPr>
            <a:xfrm>
              <a:off x="5983563" y="1785421"/>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3"/>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15" name="Google Shape;515;p56"/>
          <p:cNvGrpSpPr/>
          <p:nvPr/>
        </p:nvGrpSpPr>
        <p:grpSpPr>
          <a:xfrm>
            <a:off x="6389548" y="910779"/>
            <a:ext cx="375920" cy="476714"/>
            <a:chOff x="6433143" y="1628747"/>
            <a:chExt cx="375920" cy="476714"/>
          </a:xfrm>
        </p:grpSpPr>
        <p:pic>
          <p:nvPicPr>
            <p:cNvPr id="516" name="Google Shape;516;p56"/>
            <p:cNvPicPr preferRelativeResize="0"/>
            <p:nvPr/>
          </p:nvPicPr>
          <p:blipFill rotWithShape="1">
            <a:blip r:embed="rId8">
              <a:alphaModFix/>
            </a:blip>
            <a:srcRect b="0" l="0" r="0" t="0"/>
            <a:stretch/>
          </p:blipFill>
          <p:spPr>
            <a:xfrm>
              <a:off x="6520832" y="1628747"/>
              <a:ext cx="200432" cy="231877"/>
            </a:xfrm>
            <a:prstGeom prst="rect">
              <a:avLst/>
            </a:prstGeom>
            <a:noFill/>
            <a:ln>
              <a:noFill/>
            </a:ln>
          </p:spPr>
        </p:pic>
        <p:sp>
          <p:nvSpPr>
            <p:cNvPr id="517" name="Google Shape;517;p56"/>
            <p:cNvSpPr/>
            <p:nvPr/>
          </p:nvSpPr>
          <p:spPr>
            <a:xfrm>
              <a:off x="6433143" y="1785421"/>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3"/>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18" name="Google Shape;518;p56"/>
          <p:cNvGrpSpPr/>
          <p:nvPr/>
        </p:nvGrpSpPr>
        <p:grpSpPr>
          <a:xfrm>
            <a:off x="6839128" y="910779"/>
            <a:ext cx="375920" cy="476714"/>
            <a:chOff x="6882723" y="1628747"/>
            <a:chExt cx="375920" cy="476714"/>
          </a:xfrm>
        </p:grpSpPr>
        <p:pic>
          <p:nvPicPr>
            <p:cNvPr id="519" name="Google Shape;519;p56"/>
            <p:cNvPicPr preferRelativeResize="0"/>
            <p:nvPr/>
          </p:nvPicPr>
          <p:blipFill rotWithShape="1">
            <a:blip r:embed="rId8">
              <a:alphaModFix/>
            </a:blip>
            <a:srcRect b="0" l="0" r="0" t="0"/>
            <a:stretch/>
          </p:blipFill>
          <p:spPr>
            <a:xfrm>
              <a:off x="6970412" y="1628747"/>
              <a:ext cx="200432" cy="231877"/>
            </a:xfrm>
            <a:prstGeom prst="rect">
              <a:avLst/>
            </a:prstGeom>
            <a:noFill/>
            <a:ln>
              <a:noFill/>
            </a:ln>
          </p:spPr>
        </p:pic>
        <p:sp>
          <p:nvSpPr>
            <p:cNvPr id="520" name="Google Shape;520;p56"/>
            <p:cNvSpPr/>
            <p:nvPr/>
          </p:nvSpPr>
          <p:spPr>
            <a:xfrm>
              <a:off x="6882723" y="1785421"/>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3"/>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21" name="Google Shape;521;p56"/>
          <p:cNvGrpSpPr/>
          <p:nvPr/>
        </p:nvGrpSpPr>
        <p:grpSpPr>
          <a:xfrm>
            <a:off x="7288707" y="910779"/>
            <a:ext cx="375920" cy="476714"/>
            <a:chOff x="7332302" y="1628747"/>
            <a:chExt cx="375920" cy="476714"/>
          </a:xfrm>
        </p:grpSpPr>
        <p:pic>
          <p:nvPicPr>
            <p:cNvPr id="522" name="Google Shape;522;p56"/>
            <p:cNvPicPr preferRelativeResize="0"/>
            <p:nvPr/>
          </p:nvPicPr>
          <p:blipFill rotWithShape="1">
            <a:blip r:embed="rId8">
              <a:alphaModFix/>
            </a:blip>
            <a:srcRect b="0" l="0" r="0" t="0"/>
            <a:stretch/>
          </p:blipFill>
          <p:spPr>
            <a:xfrm>
              <a:off x="7419989" y="1628747"/>
              <a:ext cx="200429" cy="231877"/>
            </a:xfrm>
            <a:prstGeom prst="rect">
              <a:avLst/>
            </a:prstGeom>
            <a:noFill/>
            <a:ln>
              <a:noFill/>
            </a:ln>
          </p:spPr>
        </p:pic>
        <p:sp>
          <p:nvSpPr>
            <p:cNvPr id="523" name="Google Shape;523;p56"/>
            <p:cNvSpPr/>
            <p:nvPr/>
          </p:nvSpPr>
          <p:spPr>
            <a:xfrm>
              <a:off x="7332302" y="1785421"/>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6"/>
                  </a:lnTo>
                  <a:lnTo>
                    <a:pt x="166205" y="307201"/>
                  </a:lnTo>
                  <a:lnTo>
                    <a:pt x="172787" y="314666"/>
                  </a:lnTo>
                  <a:lnTo>
                    <a:pt x="181419" y="318880"/>
                  </a:lnTo>
                  <a:lnTo>
                    <a:pt x="190999" y="319549"/>
                  </a:lnTo>
                  <a:lnTo>
                    <a:pt x="200429" y="316377"/>
                  </a:lnTo>
                  <a:lnTo>
                    <a:pt x="207891" y="309791"/>
                  </a:lnTo>
                  <a:lnTo>
                    <a:pt x="212102" y="301155"/>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3"/>
                  </a:lnTo>
                  <a:lnTo>
                    <a:pt x="274087" y="273777"/>
                  </a:lnTo>
                  <a:lnTo>
                    <a:pt x="267030" y="280849"/>
                  </a:lnTo>
                  <a:lnTo>
                    <a:pt x="263357" y="289770"/>
                  </a:lnTo>
                  <a:lnTo>
                    <a:pt x="292507" y="319549"/>
                  </a:lnTo>
                  <a:lnTo>
                    <a:pt x="301840" y="315735"/>
                  </a:lnTo>
                  <a:lnTo>
                    <a:pt x="302968" y="314666"/>
                  </a:lnTo>
                  <a:lnTo>
                    <a:pt x="308949" y="308674"/>
                  </a:lnTo>
                  <a:lnTo>
                    <a:pt x="309586" y="307201"/>
                  </a:lnTo>
                  <a:lnTo>
                    <a:pt x="312674" y="299700"/>
                  </a:lnTo>
                  <a:lnTo>
                    <a:pt x="312620" y="289770"/>
                  </a:lnTo>
                  <a:lnTo>
                    <a:pt x="308980" y="280849"/>
                  </a:lnTo>
                  <a:lnTo>
                    <a:pt x="306626" y="277281"/>
                  </a:lnTo>
                  <a:lnTo>
                    <a:pt x="303442" y="274414"/>
                  </a:lnTo>
                  <a:lnTo>
                    <a:pt x="299705" y="272451"/>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1476" y="1477"/>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5"/>
                  </a:lnTo>
                  <a:lnTo>
                    <a:pt x="70825" y="148882"/>
                  </a:lnTo>
                  <a:lnTo>
                    <a:pt x="76347" y="153083"/>
                  </a:lnTo>
                  <a:lnTo>
                    <a:pt x="82756" y="155739"/>
                  </a:lnTo>
                  <a:lnTo>
                    <a:pt x="89744" y="156674"/>
                  </a:lnTo>
                  <a:lnTo>
                    <a:pt x="286055" y="156674"/>
                  </a:lnTo>
                  <a:lnTo>
                    <a:pt x="293044" y="155739"/>
                  </a:lnTo>
                  <a:lnTo>
                    <a:pt x="299452" y="153083"/>
                  </a:lnTo>
                  <a:lnTo>
                    <a:pt x="304973" y="148882"/>
                  </a:lnTo>
                  <a:lnTo>
                    <a:pt x="309298" y="143315"/>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3"/>
                  </a:moveTo>
                  <a:lnTo>
                    <a:pt x="89458" y="100543"/>
                  </a:lnTo>
                  <a:lnTo>
                    <a:pt x="65202" y="116262"/>
                  </a:lnTo>
                  <a:lnTo>
                    <a:pt x="310603" y="116262"/>
                  </a:lnTo>
                  <a:lnTo>
                    <a:pt x="306392" y="109757"/>
                  </a:lnTo>
                  <a:lnTo>
                    <a:pt x="300635" y="104792"/>
                  </a:lnTo>
                  <a:lnTo>
                    <a:pt x="293725" y="101622"/>
                  </a:lnTo>
                  <a:lnTo>
                    <a:pt x="286341" y="100543"/>
                  </a:lnTo>
                  <a:close/>
                </a:path>
                <a:path extrusionOk="0" h="320039" w="375920">
                  <a:moveTo>
                    <a:pt x="357015" y="0"/>
                  </a:moveTo>
                  <a:lnTo>
                    <a:pt x="318384" y="1477"/>
                  </a:lnTo>
                  <a:lnTo>
                    <a:pt x="306907" y="18801"/>
                  </a:lnTo>
                  <a:lnTo>
                    <a:pt x="306923" y="26744"/>
                  </a:lnTo>
                  <a:lnTo>
                    <a:pt x="311944" y="33815"/>
                  </a:lnTo>
                  <a:lnTo>
                    <a:pt x="319434" y="36447"/>
                  </a:lnTo>
                  <a:lnTo>
                    <a:pt x="319418" y="106961"/>
                  </a:lnTo>
                  <a:lnTo>
                    <a:pt x="316078" y="112915"/>
                  </a:lnTo>
                  <a:lnTo>
                    <a:pt x="310603" y="116262"/>
                  </a:lnTo>
                  <a:lnTo>
                    <a:pt x="341381" y="116262"/>
                  </a:lnTo>
                  <a:lnTo>
                    <a:pt x="341848" y="115445"/>
                  </a:lnTo>
                  <a:lnTo>
                    <a:pt x="344488" y="100543"/>
                  </a:lnTo>
                  <a:lnTo>
                    <a:pt x="344488" y="37601"/>
                  </a:lnTo>
                  <a:lnTo>
                    <a:pt x="357015" y="37601"/>
                  </a:lnTo>
                  <a:lnTo>
                    <a:pt x="364328" y="36124"/>
                  </a:lnTo>
                  <a:lnTo>
                    <a:pt x="370301" y="32094"/>
                  </a:lnTo>
                  <a:lnTo>
                    <a:pt x="374328" y="26118"/>
                  </a:lnTo>
                  <a:lnTo>
                    <a:pt x="375805" y="18801"/>
                  </a:lnTo>
                  <a:lnTo>
                    <a:pt x="374328" y="11483"/>
                  </a:lnTo>
                  <a:lnTo>
                    <a:pt x="370301" y="5507"/>
                  </a:lnTo>
                  <a:lnTo>
                    <a:pt x="364328" y="1477"/>
                  </a:lnTo>
                  <a:lnTo>
                    <a:pt x="357015"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24" name="Google Shape;524;p56"/>
          <p:cNvGrpSpPr/>
          <p:nvPr/>
        </p:nvGrpSpPr>
        <p:grpSpPr>
          <a:xfrm>
            <a:off x="7738288" y="910779"/>
            <a:ext cx="375920" cy="476714"/>
            <a:chOff x="7781883" y="1628747"/>
            <a:chExt cx="375920" cy="476714"/>
          </a:xfrm>
        </p:grpSpPr>
        <p:pic>
          <p:nvPicPr>
            <p:cNvPr id="525" name="Google Shape;525;p56"/>
            <p:cNvPicPr preferRelativeResize="0"/>
            <p:nvPr/>
          </p:nvPicPr>
          <p:blipFill rotWithShape="1">
            <a:blip r:embed="rId8">
              <a:alphaModFix/>
            </a:blip>
            <a:srcRect b="0" l="0" r="0" t="0"/>
            <a:stretch/>
          </p:blipFill>
          <p:spPr>
            <a:xfrm>
              <a:off x="7869573" y="1628747"/>
              <a:ext cx="200432" cy="231877"/>
            </a:xfrm>
            <a:prstGeom prst="rect">
              <a:avLst/>
            </a:prstGeom>
            <a:noFill/>
            <a:ln>
              <a:noFill/>
            </a:ln>
          </p:spPr>
        </p:pic>
        <p:sp>
          <p:nvSpPr>
            <p:cNvPr id="526" name="Google Shape;526;p56"/>
            <p:cNvSpPr/>
            <p:nvPr/>
          </p:nvSpPr>
          <p:spPr>
            <a:xfrm>
              <a:off x="7781883" y="1785421"/>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3"/>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27" name="Google Shape;527;p56"/>
          <p:cNvGrpSpPr/>
          <p:nvPr/>
        </p:nvGrpSpPr>
        <p:grpSpPr>
          <a:xfrm>
            <a:off x="8186132" y="908774"/>
            <a:ext cx="377527" cy="478719"/>
            <a:chOff x="8229727" y="1626742"/>
            <a:chExt cx="377527" cy="478719"/>
          </a:xfrm>
        </p:grpSpPr>
        <p:pic>
          <p:nvPicPr>
            <p:cNvPr id="528" name="Google Shape;528;p56"/>
            <p:cNvPicPr preferRelativeResize="0"/>
            <p:nvPr/>
          </p:nvPicPr>
          <p:blipFill rotWithShape="1">
            <a:blip r:embed="rId13">
              <a:alphaModFix/>
            </a:blip>
            <a:srcRect b="0" l="0" r="0" t="0"/>
            <a:stretch/>
          </p:blipFill>
          <p:spPr>
            <a:xfrm>
              <a:off x="8319022" y="1628747"/>
              <a:ext cx="200429" cy="231877"/>
            </a:xfrm>
            <a:prstGeom prst="rect">
              <a:avLst/>
            </a:prstGeom>
            <a:noFill/>
            <a:ln>
              <a:noFill/>
            </a:ln>
          </p:spPr>
        </p:pic>
        <p:sp>
          <p:nvSpPr>
            <p:cNvPr id="529" name="Google Shape;529;p56"/>
            <p:cNvSpPr/>
            <p:nvPr/>
          </p:nvSpPr>
          <p:spPr>
            <a:xfrm>
              <a:off x="8231334" y="1785421"/>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6"/>
                  </a:lnTo>
                  <a:lnTo>
                    <a:pt x="166205" y="307201"/>
                  </a:lnTo>
                  <a:lnTo>
                    <a:pt x="172787" y="314666"/>
                  </a:lnTo>
                  <a:lnTo>
                    <a:pt x="181419" y="318880"/>
                  </a:lnTo>
                  <a:lnTo>
                    <a:pt x="190999" y="319549"/>
                  </a:lnTo>
                  <a:lnTo>
                    <a:pt x="200429" y="316377"/>
                  </a:lnTo>
                  <a:lnTo>
                    <a:pt x="207891" y="309791"/>
                  </a:lnTo>
                  <a:lnTo>
                    <a:pt x="212102" y="301155"/>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3"/>
                  </a:lnTo>
                  <a:lnTo>
                    <a:pt x="274087" y="273777"/>
                  </a:lnTo>
                  <a:lnTo>
                    <a:pt x="267030" y="280849"/>
                  </a:lnTo>
                  <a:lnTo>
                    <a:pt x="263357" y="289770"/>
                  </a:lnTo>
                  <a:lnTo>
                    <a:pt x="292507" y="319549"/>
                  </a:lnTo>
                  <a:lnTo>
                    <a:pt x="301840" y="315735"/>
                  </a:lnTo>
                  <a:lnTo>
                    <a:pt x="302968" y="314666"/>
                  </a:lnTo>
                  <a:lnTo>
                    <a:pt x="308949" y="308674"/>
                  </a:lnTo>
                  <a:lnTo>
                    <a:pt x="309586" y="307201"/>
                  </a:lnTo>
                  <a:lnTo>
                    <a:pt x="312674" y="299700"/>
                  </a:lnTo>
                  <a:lnTo>
                    <a:pt x="312620" y="289770"/>
                  </a:lnTo>
                  <a:lnTo>
                    <a:pt x="308980" y="280849"/>
                  </a:lnTo>
                  <a:lnTo>
                    <a:pt x="306626" y="277281"/>
                  </a:lnTo>
                  <a:lnTo>
                    <a:pt x="303442" y="274414"/>
                  </a:lnTo>
                  <a:lnTo>
                    <a:pt x="299705" y="272451"/>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1476" y="1477"/>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5"/>
                  </a:lnTo>
                  <a:lnTo>
                    <a:pt x="70825" y="148882"/>
                  </a:lnTo>
                  <a:lnTo>
                    <a:pt x="76347" y="153083"/>
                  </a:lnTo>
                  <a:lnTo>
                    <a:pt x="82756" y="155739"/>
                  </a:lnTo>
                  <a:lnTo>
                    <a:pt x="89744" y="156674"/>
                  </a:lnTo>
                  <a:lnTo>
                    <a:pt x="286055" y="156674"/>
                  </a:lnTo>
                  <a:lnTo>
                    <a:pt x="293044" y="155739"/>
                  </a:lnTo>
                  <a:lnTo>
                    <a:pt x="299452" y="153083"/>
                  </a:lnTo>
                  <a:lnTo>
                    <a:pt x="304973" y="148882"/>
                  </a:lnTo>
                  <a:lnTo>
                    <a:pt x="309298" y="143315"/>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3"/>
                  </a:moveTo>
                  <a:lnTo>
                    <a:pt x="89458" y="100543"/>
                  </a:lnTo>
                  <a:lnTo>
                    <a:pt x="65202" y="116262"/>
                  </a:lnTo>
                  <a:lnTo>
                    <a:pt x="310603" y="116262"/>
                  </a:lnTo>
                  <a:lnTo>
                    <a:pt x="306392" y="109757"/>
                  </a:lnTo>
                  <a:lnTo>
                    <a:pt x="300635" y="104792"/>
                  </a:lnTo>
                  <a:lnTo>
                    <a:pt x="293725" y="101622"/>
                  </a:lnTo>
                  <a:lnTo>
                    <a:pt x="286341" y="100543"/>
                  </a:lnTo>
                  <a:close/>
                </a:path>
                <a:path extrusionOk="0" h="320039" w="375920">
                  <a:moveTo>
                    <a:pt x="357015" y="0"/>
                  </a:moveTo>
                  <a:lnTo>
                    <a:pt x="318384" y="1477"/>
                  </a:lnTo>
                  <a:lnTo>
                    <a:pt x="306907" y="18801"/>
                  </a:lnTo>
                  <a:lnTo>
                    <a:pt x="306923" y="26744"/>
                  </a:lnTo>
                  <a:lnTo>
                    <a:pt x="311944" y="33815"/>
                  </a:lnTo>
                  <a:lnTo>
                    <a:pt x="319434" y="36447"/>
                  </a:lnTo>
                  <a:lnTo>
                    <a:pt x="319418" y="106961"/>
                  </a:lnTo>
                  <a:lnTo>
                    <a:pt x="316078" y="112915"/>
                  </a:lnTo>
                  <a:lnTo>
                    <a:pt x="310603" y="116262"/>
                  </a:lnTo>
                  <a:lnTo>
                    <a:pt x="341381" y="116262"/>
                  </a:lnTo>
                  <a:lnTo>
                    <a:pt x="341848" y="115445"/>
                  </a:lnTo>
                  <a:lnTo>
                    <a:pt x="344488" y="100543"/>
                  </a:lnTo>
                  <a:lnTo>
                    <a:pt x="344488" y="37601"/>
                  </a:lnTo>
                  <a:lnTo>
                    <a:pt x="357015" y="37601"/>
                  </a:lnTo>
                  <a:lnTo>
                    <a:pt x="364328" y="36124"/>
                  </a:lnTo>
                  <a:lnTo>
                    <a:pt x="370301" y="32094"/>
                  </a:lnTo>
                  <a:lnTo>
                    <a:pt x="374328" y="26118"/>
                  </a:lnTo>
                  <a:lnTo>
                    <a:pt x="375805" y="18801"/>
                  </a:lnTo>
                  <a:lnTo>
                    <a:pt x="374328" y="11483"/>
                  </a:lnTo>
                  <a:lnTo>
                    <a:pt x="370301" y="5507"/>
                  </a:lnTo>
                  <a:lnTo>
                    <a:pt x="364328" y="1477"/>
                  </a:lnTo>
                  <a:lnTo>
                    <a:pt x="357015" y="0"/>
                  </a:lnTo>
                  <a:close/>
                </a:path>
              </a:pathLst>
            </a:custGeom>
            <a:solidFill>
              <a:srgbClr val="C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0" name="Google Shape;530;p56"/>
            <p:cNvSpPr/>
            <p:nvPr/>
          </p:nvSpPr>
          <p:spPr>
            <a:xfrm>
              <a:off x="8229727" y="1626742"/>
              <a:ext cx="377190" cy="377190"/>
            </a:xfrm>
            <a:custGeom>
              <a:rect b="b" l="l" r="r" t="t"/>
              <a:pathLst>
                <a:path extrusionOk="0" h="377189" w="377190">
                  <a:moveTo>
                    <a:pt x="188595" y="0"/>
                  </a:moveTo>
                  <a:lnTo>
                    <a:pt x="138465" y="6738"/>
                  </a:lnTo>
                  <a:lnTo>
                    <a:pt x="93415" y="25752"/>
                  </a:lnTo>
                  <a:lnTo>
                    <a:pt x="55245" y="55245"/>
                  </a:lnTo>
                  <a:lnTo>
                    <a:pt x="25752" y="93415"/>
                  </a:lnTo>
                  <a:lnTo>
                    <a:pt x="6738" y="138465"/>
                  </a:lnTo>
                  <a:lnTo>
                    <a:pt x="0" y="188595"/>
                  </a:lnTo>
                  <a:lnTo>
                    <a:pt x="6738" y="238724"/>
                  </a:lnTo>
                  <a:lnTo>
                    <a:pt x="25752" y="283774"/>
                  </a:lnTo>
                  <a:lnTo>
                    <a:pt x="55245" y="321945"/>
                  </a:lnTo>
                  <a:lnTo>
                    <a:pt x="93415" y="351437"/>
                  </a:lnTo>
                  <a:lnTo>
                    <a:pt x="138465" y="370451"/>
                  </a:lnTo>
                  <a:lnTo>
                    <a:pt x="188595" y="377190"/>
                  </a:lnTo>
                  <a:lnTo>
                    <a:pt x="238724" y="370451"/>
                  </a:lnTo>
                  <a:lnTo>
                    <a:pt x="283774" y="351437"/>
                  </a:lnTo>
                  <a:lnTo>
                    <a:pt x="285750" y="349910"/>
                  </a:lnTo>
                  <a:lnTo>
                    <a:pt x="166050" y="349910"/>
                  </a:lnTo>
                  <a:lnTo>
                    <a:pt x="122363" y="337413"/>
                  </a:lnTo>
                  <a:lnTo>
                    <a:pt x="82803" y="312420"/>
                  </a:lnTo>
                  <a:lnTo>
                    <a:pt x="53633" y="279924"/>
                  </a:lnTo>
                  <a:lnTo>
                    <a:pt x="34689" y="242193"/>
                  </a:lnTo>
                  <a:lnTo>
                    <a:pt x="26146" y="201422"/>
                  </a:lnTo>
                  <a:lnTo>
                    <a:pt x="28175" y="159803"/>
                  </a:lnTo>
                  <a:lnTo>
                    <a:pt x="40949" y="119532"/>
                  </a:lnTo>
                  <a:lnTo>
                    <a:pt x="64643" y="82804"/>
                  </a:lnTo>
                  <a:lnTo>
                    <a:pt x="100838" y="82804"/>
                  </a:lnTo>
                  <a:lnTo>
                    <a:pt x="82803" y="64770"/>
                  </a:lnTo>
                  <a:lnTo>
                    <a:pt x="122363" y="39776"/>
                  </a:lnTo>
                  <a:lnTo>
                    <a:pt x="166050" y="27279"/>
                  </a:lnTo>
                  <a:lnTo>
                    <a:pt x="285750" y="27279"/>
                  </a:lnTo>
                  <a:lnTo>
                    <a:pt x="283774" y="25752"/>
                  </a:lnTo>
                  <a:lnTo>
                    <a:pt x="238724" y="6738"/>
                  </a:lnTo>
                  <a:lnTo>
                    <a:pt x="188595" y="0"/>
                  </a:lnTo>
                  <a:close/>
                </a:path>
                <a:path extrusionOk="0" h="377189" w="377190">
                  <a:moveTo>
                    <a:pt x="100838" y="82804"/>
                  </a:moveTo>
                  <a:lnTo>
                    <a:pt x="64643" y="82804"/>
                  </a:lnTo>
                  <a:lnTo>
                    <a:pt x="294258" y="312420"/>
                  </a:lnTo>
                  <a:lnTo>
                    <a:pt x="254759" y="337413"/>
                  </a:lnTo>
                  <a:lnTo>
                    <a:pt x="211103" y="349910"/>
                  </a:lnTo>
                  <a:lnTo>
                    <a:pt x="285750" y="349910"/>
                  </a:lnTo>
                  <a:lnTo>
                    <a:pt x="321945" y="321945"/>
                  </a:lnTo>
                  <a:lnTo>
                    <a:pt x="343238" y="294386"/>
                  </a:lnTo>
                  <a:lnTo>
                    <a:pt x="312420" y="294386"/>
                  </a:lnTo>
                  <a:lnTo>
                    <a:pt x="100838" y="82804"/>
                  </a:lnTo>
                  <a:close/>
                </a:path>
                <a:path extrusionOk="0" h="377189" w="377190">
                  <a:moveTo>
                    <a:pt x="285750" y="27279"/>
                  </a:moveTo>
                  <a:lnTo>
                    <a:pt x="211103" y="27279"/>
                  </a:lnTo>
                  <a:lnTo>
                    <a:pt x="254759" y="39776"/>
                  </a:lnTo>
                  <a:lnTo>
                    <a:pt x="294258" y="64770"/>
                  </a:lnTo>
                  <a:lnTo>
                    <a:pt x="323429" y="97309"/>
                  </a:lnTo>
                  <a:lnTo>
                    <a:pt x="342373" y="135052"/>
                  </a:lnTo>
                  <a:lnTo>
                    <a:pt x="350916" y="175815"/>
                  </a:lnTo>
                  <a:lnTo>
                    <a:pt x="348887" y="217414"/>
                  </a:lnTo>
                  <a:lnTo>
                    <a:pt x="336113" y="257665"/>
                  </a:lnTo>
                  <a:lnTo>
                    <a:pt x="312420" y="294386"/>
                  </a:lnTo>
                  <a:lnTo>
                    <a:pt x="343238" y="294386"/>
                  </a:lnTo>
                  <a:lnTo>
                    <a:pt x="351437" y="283774"/>
                  </a:lnTo>
                  <a:lnTo>
                    <a:pt x="370451" y="238724"/>
                  </a:lnTo>
                  <a:lnTo>
                    <a:pt x="377190" y="188595"/>
                  </a:lnTo>
                  <a:lnTo>
                    <a:pt x="370451" y="138465"/>
                  </a:lnTo>
                  <a:lnTo>
                    <a:pt x="351437" y="93415"/>
                  </a:lnTo>
                  <a:lnTo>
                    <a:pt x="321945" y="55245"/>
                  </a:lnTo>
                  <a:lnTo>
                    <a:pt x="285750" y="27279"/>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1" name="Google Shape;531;p56"/>
            <p:cNvSpPr/>
            <p:nvPr/>
          </p:nvSpPr>
          <p:spPr>
            <a:xfrm>
              <a:off x="8229727" y="1626742"/>
              <a:ext cx="377190" cy="377190"/>
            </a:xfrm>
            <a:custGeom>
              <a:rect b="b" l="l" r="r" t="t"/>
              <a:pathLst>
                <a:path extrusionOk="0" h="377189" w="377190">
                  <a:moveTo>
                    <a:pt x="0" y="188595"/>
                  </a:moveTo>
                  <a:lnTo>
                    <a:pt x="6738" y="138465"/>
                  </a:lnTo>
                  <a:lnTo>
                    <a:pt x="25752" y="93415"/>
                  </a:lnTo>
                  <a:lnTo>
                    <a:pt x="55245" y="55245"/>
                  </a:lnTo>
                  <a:lnTo>
                    <a:pt x="93415" y="25752"/>
                  </a:lnTo>
                  <a:lnTo>
                    <a:pt x="138465" y="6738"/>
                  </a:lnTo>
                  <a:lnTo>
                    <a:pt x="188595" y="0"/>
                  </a:lnTo>
                  <a:lnTo>
                    <a:pt x="238724" y="6738"/>
                  </a:lnTo>
                  <a:lnTo>
                    <a:pt x="283774" y="25752"/>
                  </a:lnTo>
                  <a:lnTo>
                    <a:pt x="321945" y="55245"/>
                  </a:lnTo>
                  <a:lnTo>
                    <a:pt x="351437" y="93415"/>
                  </a:lnTo>
                  <a:lnTo>
                    <a:pt x="370451" y="138465"/>
                  </a:lnTo>
                  <a:lnTo>
                    <a:pt x="377190" y="188595"/>
                  </a:lnTo>
                  <a:lnTo>
                    <a:pt x="370451" y="238724"/>
                  </a:lnTo>
                  <a:lnTo>
                    <a:pt x="351437" y="283774"/>
                  </a:lnTo>
                  <a:lnTo>
                    <a:pt x="321945" y="321945"/>
                  </a:lnTo>
                  <a:lnTo>
                    <a:pt x="283774" y="351437"/>
                  </a:lnTo>
                  <a:lnTo>
                    <a:pt x="238724" y="370451"/>
                  </a:lnTo>
                  <a:lnTo>
                    <a:pt x="188595" y="377190"/>
                  </a:lnTo>
                  <a:lnTo>
                    <a:pt x="138465" y="370451"/>
                  </a:lnTo>
                  <a:lnTo>
                    <a:pt x="93415" y="351437"/>
                  </a:lnTo>
                  <a:lnTo>
                    <a:pt x="55245" y="321945"/>
                  </a:lnTo>
                  <a:lnTo>
                    <a:pt x="25752" y="283774"/>
                  </a:lnTo>
                  <a:lnTo>
                    <a:pt x="6738" y="238724"/>
                  </a:lnTo>
                  <a:lnTo>
                    <a:pt x="0" y="188595"/>
                  </a:lnTo>
                  <a:close/>
                </a:path>
                <a:path extrusionOk="0" h="377189" w="377190">
                  <a:moveTo>
                    <a:pt x="312420" y="294386"/>
                  </a:moveTo>
                  <a:lnTo>
                    <a:pt x="336113" y="257665"/>
                  </a:lnTo>
                  <a:lnTo>
                    <a:pt x="348887" y="217414"/>
                  </a:lnTo>
                  <a:lnTo>
                    <a:pt x="350916" y="175815"/>
                  </a:lnTo>
                  <a:lnTo>
                    <a:pt x="342373" y="135052"/>
                  </a:lnTo>
                  <a:lnTo>
                    <a:pt x="323429" y="97309"/>
                  </a:lnTo>
                  <a:lnTo>
                    <a:pt x="294258" y="64770"/>
                  </a:lnTo>
                  <a:lnTo>
                    <a:pt x="254759" y="39776"/>
                  </a:lnTo>
                  <a:lnTo>
                    <a:pt x="211103" y="27279"/>
                  </a:lnTo>
                  <a:lnTo>
                    <a:pt x="166050" y="27279"/>
                  </a:lnTo>
                  <a:lnTo>
                    <a:pt x="122363" y="39776"/>
                  </a:lnTo>
                  <a:lnTo>
                    <a:pt x="82803" y="64770"/>
                  </a:lnTo>
                  <a:lnTo>
                    <a:pt x="312420" y="294386"/>
                  </a:lnTo>
                  <a:close/>
                </a:path>
                <a:path extrusionOk="0" h="377189" w="377190">
                  <a:moveTo>
                    <a:pt x="64643" y="82804"/>
                  </a:moveTo>
                  <a:lnTo>
                    <a:pt x="40949" y="119532"/>
                  </a:lnTo>
                  <a:lnTo>
                    <a:pt x="28175" y="159803"/>
                  </a:lnTo>
                  <a:lnTo>
                    <a:pt x="26146" y="201422"/>
                  </a:lnTo>
                  <a:lnTo>
                    <a:pt x="34689" y="242193"/>
                  </a:lnTo>
                  <a:lnTo>
                    <a:pt x="53633" y="279924"/>
                  </a:lnTo>
                  <a:lnTo>
                    <a:pt x="82803" y="312420"/>
                  </a:lnTo>
                  <a:lnTo>
                    <a:pt x="122363" y="337413"/>
                  </a:lnTo>
                  <a:lnTo>
                    <a:pt x="166050" y="349910"/>
                  </a:lnTo>
                  <a:lnTo>
                    <a:pt x="211103" y="349910"/>
                  </a:lnTo>
                  <a:lnTo>
                    <a:pt x="254759" y="337413"/>
                  </a:lnTo>
                  <a:lnTo>
                    <a:pt x="294258" y="312420"/>
                  </a:lnTo>
                  <a:lnTo>
                    <a:pt x="64643" y="82804"/>
                  </a:lnTo>
                  <a:close/>
                </a:path>
              </a:pathLst>
            </a:custGeom>
            <a:noFill/>
            <a:ln cap="flat" cmpd="sng" w="12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32" name="Google Shape;532;p56"/>
          <p:cNvGrpSpPr/>
          <p:nvPr/>
        </p:nvGrpSpPr>
        <p:grpSpPr>
          <a:xfrm>
            <a:off x="3692322" y="2349308"/>
            <a:ext cx="375920" cy="476714"/>
            <a:chOff x="3735917" y="3067276"/>
            <a:chExt cx="375920" cy="476714"/>
          </a:xfrm>
        </p:grpSpPr>
        <p:pic>
          <p:nvPicPr>
            <p:cNvPr id="533" name="Google Shape;533;p56"/>
            <p:cNvPicPr preferRelativeResize="0"/>
            <p:nvPr/>
          </p:nvPicPr>
          <p:blipFill rotWithShape="1">
            <a:blip r:embed="rId10">
              <a:alphaModFix/>
            </a:blip>
            <a:srcRect b="0" l="0" r="0" t="0"/>
            <a:stretch/>
          </p:blipFill>
          <p:spPr>
            <a:xfrm>
              <a:off x="3823606" y="3067276"/>
              <a:ext cx="200432" cy="231877"/>
            </a:xfrm>
            <a:prstGeom prst="rect">
              <a:avLst/>
            </a:prstGeom>
            <a:noFill/>
            <a:ln>
              <a:noFill/>
            </a:ln>
          </p:spPr>
        </p:pic>
        <p:sp>
          <p:nvSpPr>
            <p:cNvPr id="534" name="Google Shape;534;p56"/>
            <p:cNvSpPr/>
            <p:nvPr/>
          </p:nvSpPr>
          <p:spPr>
            <a:xfrm>
              <a:off x="3735917" y="322395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3"/>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35" name="Google Shape;535;p56"/>
          <p:cNvGrpSpPr/>
          <p:nvPr/>
        </p:nvGrpSpPr>
        <p:grpSpPr>
          <a:xfrm>
            <a:off x="4141775" y="2349308"/>
            <a:ext cx="375920" cy="476714"/>
            <a:chOff x="4185370" y="3067276"/>
            <a:chExt cx="375920" cy="476714"/>
          </a:xfrm>
        </p:grpSpPr>
        <p:pic>
          <p:nvPicPr>
            <p:cNvPr id="536" name="Google Shape;536;p56"/>
            <p:cNvPicPr preferRelativeResize="0"/>
            <p:nvPr/>
          </p:nvPicPr>
          <p:blipFill rotWithShape="1">
            <a:blip r:embed="rId10">
              <a:alphaModFix/>
            </a:blip>
            <a:srcRect b="0" l="0" r="0" t="0"/>
            <a:stretch/>
          </p:blipFill>
          <p:spPr>
            <a:xfrm>
              <a:off x="4273060" y="3067276"/>
              <a:ext cx="200432" cy="231877"/>
            </a:xfrm>
            <a:prstGeom prst="rect">
              <a:avLst/>
            </a:prstGeom>
            <a:noFill/>
            <a:ln>
              <a:noFill/>
            </a:ln>
          </p:spPr>
        </p:pic>
        <p:sp>
          <p:nvSpPr>
            <p:cNvPr id="537" name="Google Shape;537;p56"/>
            <p:cNvSpPr/>
            <p:nvPr/>
          </p:nvSpPr>
          <p:spPr>
            <a:xfrm>
              <a:off x="4185370" y="322395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3"/>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38" name="Google Shape;538;p56"/>
          <p:cNvGrpSpPr/>
          <p:nvPr/>
        </p:nvGrpSpPr>
        <p:grpSpPr>
          <a:xfrm>
            <a:off x="4591355" y="2349308"/>
            <a:ext cx="375920" cy="476714"/>
            <a:chOff x="4634950" y="3067276"/>
            <a:chExt cx="375920" cy="476714"/>
          </a:xfrm>
        </p:grpSpPr>
        <p:pic>
          <p:nvPicPr>
            <p:cNvPr id="539" name="Google Shape;539;p56"/>
            <p:cNvPicPr preferRelativeResize="0"/>
            <p:nvPr/>
          </p:nvPicPr>
          <p:blipFill rotWithShape="1">
            <a:blip r:embed="rId10">
              <a:alphaModFix/>
            </a:blip>
            <a:srcRect b="0" l="0" r="0" t="0"/>
            <a:stretch/>
          </p:blipFill>
          <p:spPr>
            <a:xfrm>
              <a:off x="4722639" y="3067276"/>
              <a:ext cx="200432" cy="231877"/>
            </a:xfrm>
            <a:prstGeom prst="rect">
              <a:avLst/>
            </a:prstGeom>
            <a:noFill/>
            <a:ln>
              <a:noFill/>
            </a:ln>
          </p:spPr>
        </p:pic>
        <p:sp>
          <p:nvSpPr>
            <p:cNvPr id="540" name="Google Shape;540;p56"/>
            <p:cNvSpPr/>
            <p:nvPr/>
          </p:nvSpPr>
          <p:spPr>
            <a:xfrm>
              <a:off x="4634950" y="322395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3"/>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41" name="Google Shape;541;p56"/>
          <p:cNvGrpSpPr/>
          <p:nvPr/>
        </p:nvGrpSpPr>
        <p:grpSpPr>
          <a:xfrm>
            <a:off x="5040935" y="2349308"/>
            <a:ext cx="375920" cy="476714"/>
            <a:chOff x="5084530" y="3067276"/>
            <a:chExt cx="375920" cy="476714"/>
          </a:xfrm>
        </p:grpSpPr>
        <p:pic>
          <p:nvPicPr>
            <p:cNvPr id="542" name="Google Shape;542;p56"/>
            <p:cNvPicPr preferRelativeResize="0"/>
            <p:nvPr/>
          </p:nvPicPr>
          <p:blipFill rotWithShape="1">
            <a:blip r:embed="rId10">
              <a:alphaModFix/>
            </a:blip>
            <a:srcRect b="0" l="0" r="0" t="0"/>
            <a:stretch/>
          </p:blipFill>
          <p:spPr>
            <a:xfrm>
              <a:off x="5172219" y="3067276"/>
              <a:ext cx="200432" cy="231877"/>
            </a:xfrm>
            <a:prstGeom prst="rect">
              <a:avLst/>
            </a:prstGeom>
            <a:noFill/>
            <a:ln>
              <a:noFill/>
            </a:ln>
          </p:spPr>
        </p:pic>
        <p:sp>
          <p:nvSpPr>
            <p:cNvPr id="543" name="Google Shape;543;p56"/>
            <p:cNvSpPr/>
            <p:nvPr/>
          </p:nvSpPr>
          <p:spPr>
            <a:xfrm>
              <a:off x="5084530" y="322395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3"/>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44" name="Google Shape;544;p56"/>
          <p:cNvGrpSpPr/>
          <p:nvPr/>
        </p:nvGrpSpPr>
        <p:grpSpPr>
          <a:xfrm>
            <a:off x="5490515" y="2349308"/>
            <a:ext cx="375920" cy="476714"/>
            <a:chOff x="5534110" y="3067276"/>
            <a:chExt cx="375920" cy="476714"/>
          </a:xfrm>
        </p:grpSpPr>
        <p:pic>
          <p:nvPicPr>
            <p:cNvPr id="545" name="Google Shape;545;p56"/>
            <p:cNvPicPr preferRelativeResize="0"/>
            <p:nvPr/>
          </p:nvPicPr>
          <p:blipFill rotWithShape="1">
            <a:blip r:embed="rId11">
              <a:alphaModFix/>
            </a:blip>
            <a:srcRect b="0" l="0" r="0" t="0"/>
            <a:stretch/>
          </p:blipFill>
          <p:spPr>
            <a:xfrm>
              <a:off x="5621799" y="3067276"/>
              <a:ext cx="200432" cy="231877"/>
            </a:xfrm>
            <a:prstGeom prst="rect">
              <a:avLst/>
            </a:prstGeom>
            <a:noFill/>
            <a:ln>
              <a:noFill/>
            </a:ln>
          </p:spPr>
        </p:pic>
        <p:sp>
          <p:nvSpPr>
            <p:cNvPr id="546" name="Google Shape;546;p56"/>
            <p:cNvSpPr/>
            <p:nvPr/>
          </p:nvSpPr>
          <p:spPr>
            <a:xfrm>
              <a:off x="5534110" y="322395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6"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3"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2" y="275156"/>
                  </a:lnTo>
                  <a:lnTo>
                    <a:pt x="200432" y="272957"/>
                  </a:lnTo>
                  <a:lnTo>
                    <a:pt x="200432" y="256945"/>
                  </a:lnTo>
                  <a:close/>
                </a:path>
                <a:path extrusionOk="0" h="320039" w="375920">
                  <a:moveTo>
                    <a:pt x="293749" y="256945"/>
                  </a:moveTo>
                  <a:lnTo>
                    <a:pt x="250540" y="256945"/>
                  </a:lnTo>
                  <a:lnTo>
                    <a:pt x="258470" y="258216"/>
                  </a:lnTo>
                  <a:lnTo>
                    <a:pt x="258295" y="258216"/>
                  </a:lnTo>
                  <a:lnTo>
                    <a:pt x="264997" y="261605"/>
                  </a:lnTo>
                  <a:lnTo>
                    <a:pt x="270439" y="266913"/>
                  </a:lnTo>
                  <a:lnTo>
                    <a:pt x="274091" y="273777"/>
                  </a:lnTo>
                  <a:lnTo>
                    <a:pt x="267033" y="280849"/>
                  </a:lnTo>
                  <a:lnTo>
                    <a:pt x="263361" y="289770"/>
                  </a:lnTo>
                  <a:lnTo>
                    <a:pt x="292511" y="319549"/>
                  </a:lnTo>
                  <a:lnTo>
                    <a:pt x="301844" y="315735"/>
                  </a:lnTo>
                  <a:lnTo>
                    <a:pt x="302972"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2"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47" name="Google Shape;547;p56"/>
          <p:cNvGrpSpPr/>
          <p:nvPr/>
        </p:nvGrpSpPr>
        <p:grpSpPr>
          <a:xfrm>
            <a:off x="5939968" y="2349308"/>
            <a:ext cx="375920" cy="476714"/>
            <a:chOff x="5983563" y="3067276"/>
            <a:chExt cx="375920" cy="476714"/>
          </a:xfrm>
        </p:grpSpPr>
        <p:pic>
          <p:nvPicPr>
            <p:cNvPr id="548" name="Google Shape;548;p56"/>
            <p:cNvPicPr preferRelativeResize="0"/>
            <p:nvPr/>
          </p:nvPicPr>
          <p:blipFill rotWithShape="1">
            <a:blip r:embed="rId10">
              <a:alphaModFix/>
            </a:blip>
            <a:srcRect b="0" l="0" r="0" t="0"/>
            <a:stretch/>
          </p:blipFill>
          <p:spPr>
            <a:xfrm>
              <a:off x="6071252" y="3067276"/>
              <a:ext cx="200432" cy="231877"/>
            </a:xfrm>
            <a:prstGeom prst="rect">
              <a:avLst/>
            </a:prstGeom>
            <a:noFill/>
            <a:ln>
              <a:noFill/>
            </a:ln>
          </p:spPr>
        </p:pic>
        <p:sp>
          <p:nvSpPr>
            <p:cNvPr id="549" name="Google Shape;549;p56"/>
            <p:cNvSpPr/>
            <p:nvPr/>
          </p:nvSpPr>
          <p:spPr>
            <a:xfrm>
              <a:off x="5983563" y="322395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3"/>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50" name="Google Shape;550;p56"/>
          <p:cNvGrpSpPr/>
          <p:nvPr/>
        </p:nvGrpSpPr>
        <p:grpSpPr>
          <a:xfrm>
            <a:off x="6389548" y="2349308"/>
            <a:ext cx="375920" cy="476714"/>
            <a:chOff x="6433143" y="3067276"/>
            <a:chExt cx="375920" cy="476714"/>
          </a:xfrm>
        </p:grpSpPr>
        <p:pic>
          <p:nvPicPr>
            <p:cNvPr id="551" name="Google Shape;551;p56"/>
            <p:cNvPicPr preferRelativeResize="0"/>
            <p:nvPr/>
          </p:nvPicPr>
          <p:blipFill rotWithShape="1">
            <a:blip r:embed="rId10">
              <a:alphaModFix/>
            </a:blip>
            <a:srcRect b="0" l="0" r="0" t="0"/>
            <a:stretch/>
          </p:blipFill>
          <p:spPr>
            <a:xfrm>
              <a:off x="6520832" y="3067276"/>
              <a:ext cx="200432" cy="231877"/>
            </a:xfrm>
            <a:prstGeom prst="rect">
              <a:avLst/>
            </a:prstGeom>
            <a:noFill/>
            <a:ln>
              <a:noFill/>
            </a:ln>
          </p:spPr>
        </p:pic>
        <p:sp>
          <p:nvSpPr>
            <p:cNvPr id="552" name="Google Shape;552;p56"/>
            <p:cNvSpPr/>
            <p:nvPr/>
          </p:nvSpPr>
          <p:spPr>
            <a:xfrm>
              <a:off x="6433143" y="322395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3"/>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53" name="Google Shape;553;p56"/>
          <p:cNvGrpSpPr/>
          <p:nvPr/>
        </p:nvGrpSpPr>
        <p:grpSpPr>
          <a:xfrm>
            <a:off x="6839128" y="2349308"/>
            <a:ext cx="375920" cy="476714"/>
            <a:chOff x="6882723" y="3067276"/>
            <a:chExt cx="375920" cy="476714"/>
          </a:xfrm>
        </p:grpSpPr>
        <p:pic>
          <p:nvPicPr>
            <p:cNvPr id="554" name="Google Shape;554;p56"/>
            <p:cNvPicPr preferRelativeResize="0"/>
            <p:nvPr/>
          </p:nvPicPr>
          <p:blipFill rotWithShape="1">
            <a:blip r:embed="rId10">
              <a:alphaModFix/>
            </a:blip>
            <a:srcRect b="0" l="0" r="0" t="0"/>
            <a:stretch/>
          </p:blipFill>
          <p:spPr>
            <a:xfrm>
              <a:off x="6970412" y="3067276"/>
              <a:ext cx="200432" cy="231877"/>
            </a:xfrm>
            <a:prstGeom prst="rect">
              <a:avLst/>
            </a:prstGeom>
            <a:noFill/>
            <a:ln>
              <a:noFill/>
            </a:ln>
          </p:spPr>
        </p:pic>
        <p:sp>
          <p:nvSpPr>
            <p:cNvPr id="555" name="Google Shape;555;p56"/>
            <p:cNvSpPr/>
            <p:nvPr/>
          </p:nvSpPr>
          <p:spPr>
            <a:xfrm>
              <a:off x="6882723" y="322395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3"/>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56" name="Google Shape;556;p56"/>
          <p:cNvGrpSpPr/>
          <p:nvPr/>
        </p:nvGrpSpPr>
        <p:grpSpPr>
          <a:xfrm>
            <a:off x="7288707" y="2349308"/>
            <a:ext cx="375920" cy="476714"/>
            <a:chOff x="7332302" y="3067276"/>
            <a:chExt cx="375920" cy="476714"/>
          </a:xfrm>
        </p:grpSpPr>
        <p:pic>
          <p:nvPicPr>
            <p:cNvPr id="557" name="Google Shape;557;p56"/>
            <p:cNvPicPr preferRelativeResize="0"/>
            <p:nvPr/>
          </p:nvPicPr>
          <p:blipFill rotWithShape="1">
            <a:blip r:embed="rId10">
              <a:alphaModFix/>
            </a:blip>
            <a:srcRect b="0" l="0" r="0" t="0"/>
            <a:stretch/>
          </p:blipFill>
          <p:spPr>
            <a:xfrm>
              <a:off x="7419989" y="3067276"/>
              <a:ext cx="200429" cy="231877"/>
            </a:xfrm>
            <a:prstGeom prst="rect">
              <a:avLst/>
            </a:prstGeom>
            <a:noFill/>
            <a:ln>
              <a:noFill/>
            </a:ln>
          </p:spPr>
        </p:pic>
        <p:sp>
          <p:nvSpPr>
            <p:cNvPr id="558" name="Google Shape;558;p56"/>
            <p:cNvSpPr/>
            <p:nvPr/>
          </p:nvSpPr>
          <p:spPr>
            <a:xfrm>
              <a:off x="7332302" y="3223950"/>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6"/>
                  </a:lnTo>
                  <a:lnTo>
                    <a:pt x="166205" y="307201"/>
                  </a:lnTo>
                  <a:lnTo>
                    <a:pt x="172787" y="314666"/>
                  </a:lnTo>
                  <a:lnTo>
                    <a:pt x="181419" y="318880"/>
                  </a:lnTo>
                  <a:lnTo>
                    <a:pt x="190999" y="319549"/>
                  </a:lnTo>
                  <a:lnTo>
                    <a:pt x="200429" y="316377"/>
                  </a:lnTo>
                  <a:lnTo>
                    <a:pt x="207891" y="309791"/>
                  </a:lnTo>
                  <a:lnTo>
                    <a:pt x="212102" y="301155"/>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3"/>
                  </a:lnTo>
                  <a:lnTo>
                    <a:pt x="274087" y="273777"/>
                  </a:lnTo>
                  <a:lnTo>
                    <a:pt x="267030" y="280849"/>
                  </a:lnTo>
                  <a:lnTo>
                    <a:pt x="263357" y="289770"/>
                  </a:lnTo>
                  <a:lnTo>
                    <a:pt x="292507" y="319549"/>
                  </a:lnTo>
                  <a:lnTo>
                    <a:pt x="301840" y="315735"/>
                  </a:lnTo>
                  <a:lnTo>
                    <a:pt x="302968" y="314666"/>
                  </a:lnTo>
                  <a:lnTo>
                    <a:pt x="308949" y="308674"/>
                  </a:lnTo>
                  <a:lnTo>
                    <a:pt x="309586" y="307201"/>
                  </a:lnTo>
                  <a:lnTo>
                    <a:pt x="312674" y="299700"/>
                  </a:lnTo>
                  <a:lnTo>
                    <a:pt x="312620" y="289770"/>
                  </a:lnTo>
                  <a:lnTo>
                    <a:pt x="308980" y="280849"/>
                  </a:lnTo>
                  <a:lnTo>
                    <a:pt x="306626" y="277281"/>
                  </a:lnTo>
                  <a:lnTo>
                    <a:pt x="303442" y="274414"/>
                  </a:lnTo>
                  <a:lnTo>
                    <a:pt x="299705" y="272451"/>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1476" y="1477"/>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5"/>
                  </a:lnTo>
                  <a:lnTo>
                    <a:pt x="70825" y="148882"/>
                  </a:lnTo>
                  <a:lnTo>
                    <a:pt x="76347" y="153083"/>
                  </a:lnTo>
                  <a:lnTo>
                    <a:pt x="82756" y="155739"/>
                  </a:lnTo>
                  <a:lnTo>
                    <a:pt x="89744" y="156674"/>
                  </a:lnTo>
                  <a:lnTo>
                    <a:pt x="286055" y="156674"/>
                  </a:lnTo>
                  <a:lnTo>
                    <a:pt x="293044" y="155739"/>
                  </a:lnTo>
                  <a:lnTo>
                    <a:pt x="299452" y="153083"/>
                  </a:lnTo>
                  <a:lnTo>
                    <a:pt x="304973" y="148882"/>
                  </a:lnTo>
                  <a:lnTo>
                    <a:pt x="309298" y="143315"/>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3"/>
                  </a:moveTo>
                  <a:lnTo>
                    <a:pt x="89458" y="100543"/>
                  </a:lnTo>
                  <a:lnTo>
                    <a:pt x="65202" y="116262"/>
                  </a:lnTo>
                  <a:lnTo>
                    <a:pt x="310603" y="116262"/>
                  </a:lnTo>
                  <a:lnTo>
                    <a:pt x="306392" y="109757"/>
                  </a:lnTo>
                  <a:lnTo>
                    <a:pt x="300635" y="104792"/>
                  </a:lnTo>
                  <a:lnTo>
                    <a:pt x="293725" y="101622"/>
                  </a:lnTo>
                  <a:lnTo>
                    <a:pt x="286341" y="100543"/>
                  </a:lnTo>
                  <a:close/>
                </a:path>
                <a:path extrusionOk="0" h="320039" w="375920">
                  <a:moveTo>
                    <a:pt x="357015" y="0"/>
                  </a:moveTo>
                  <a:lnTo>
                    <a:pt x="318384" y="1477"/>
                  </a:lnTo>
                  <a:lnTo>
                    <a:pt x="306907" y="18801"/>
                  </a:lnTo>
                  <a:lnTo>
                    <a:pt x="306923" y="26744"/>
                  </a:lnTo>
                  <a:lnTo>
                    <a:pt x="311944" y="33815"/>
                  </a:lnTo>
                  <a:lnTo>
                    <a:pt x="319434" y="36447"/>
                  </a:lnTo>
                  <a:lnTo>
                    <a:pt x="319418" y="106961"/>
                  </a:lnTo>
                  <a:lnTo>
                    <a:pt x="316078" y="112915"/>
                  </a:lnTo>
                  <a:lnTo>
                    <a:pt x="310603" y="116262"/>
                  </a:lnTo>
                  <a:lnTo>
                    <a:pt x="341381" y="116262"/>
                  </a:lnTo>
                  <a:lnTo>
                    <a:pt x="341848" y="115445"/>
                  </a:lnTo>
                  <a:lnTo>
                    <a:pt x="344488" y="100543"/>
                  </a:lnTo>
                  <a:lnTo>
                    <a:pt x="344488" y="37601"/>
                  </a:lnTo>
                  <a:lnTo>
                    <a:pt x="357015" y="37601"/>
                  </a:lnTo>
                  <a:lnTo>
                    <a:pt x="364328" y="36124"/>
                  </a:lnTo>
                  <a:lnTo>
                    <a:pt x="370301" y="32094"/>
                  </a:lnTo>
                  <a:lnTo>
                    <a:pt x="374328" y="26118"/>
                  </a:lnTo>
                  <a:lnTo>
                    <a:pt x="375805" y="18801"/>
                  </a:lnTo>
                  <a:lnTo>
                    <a:pt x="374328" y="11483"/>
                  </a:lnTo>
                  <a:lnTo>
                    <a:pt x="370301" y="5507"/>
                  </a:lnTo>
                  <a:lnTo>
                    <a:pt x="364328" y="1477"/>
                  </a:lnTo>
                  <a:lnTo>
                    <a:pt x="357015"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59" name="Google Shape;559;p56"/>
          <p:cNvGrpSpPr/>
          <p:nvPr/>
        </p:nvGrpSpPr>
        <p:grpSpPr>
          <a:xfrm>
            <a:off x="7738288" y="2349308"/>
            <a:ext cx="375920" cy="476714"/>
            <a:chOff x="7781883" y="3067276"/>
            <a:chExt cx="375920" cy="476714"/>
          </a:xfrm>
        </p:grpSpPr>
        <p:pic>
          <p:nvPicPr>
            <p:cNvPr id="560" name="Google Shape;560;p56"/>
            <p:cNvPicPr preferRelativeResize="0"/>
            <p:nvPr/>
          </p:nvPicPr>
          <p:blipFill rotWithShape="1">
            <a:blip r:embed="rId10">
              <a:alphaModFix/>
            </a:blip>
            <a:srcRect b="0" l="0" r="0" t="0"/>
            <a:stretch/>
          </p:blipFill>
          <p:spPr>
            <a:xfrm>
              <a:off x="7869573" y="3067276"/>
              <a:ext cx="200432" cy="231877"/>
            </a:xfrm>
            <a:prstGeom prst="rect">
              <a:avLst/>
            </a:prstGeom>
            <a:noFill/>
            <a:ln>
              <a:noFill/>
            </a:ln>
          </p:spPr>
        </p:pic>
        <p:sp>
          <p:nvSpPr>
            <p:cNvPr id="561" name="Google Shape;561;p56"/>
            <p:cNvSpPr/>
            <p:nvPr/>
          </p:nvSpPr>
          <p:spPr>
            <a:xfrm>
              <a:off x="7781883" y="322395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3"/>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62" name="Google Shape;562;p56"/>
          <p:cNvGrpSpPr/>
          <p:nvPr/>
        </p:nvGrpSpPr>
        <p:grpSpPr>
          <a:xfrm>
            <a:off x="8187739" y="2349308"/>
            <a:ext cx="375920" cy="476714"/>
            <a:chOff x="8231334" y="3067276"/>
            <a:chExt cx="375920" cy="476714"/>
          </a:xfrm>
        </p:grpSpPr>
        <p:pic>
          <p:nvPicPr>
            <p:cNvPr id="563" name="Google Shape;563;p56"/>
            <p:cNvPicPr preferRelativeResize="0"/>
            <p:nvPr/>
          </p:nvPicPr>
          <p:blipFill rotWithShape="1">
            <a:blip r:embed="rId10">
              <a:alphaModFix/>
            </a:blip>
            <a:srcRect b="0" l="0" r="0" t="0"/>
            <a:stretch/>
          </p:blipFill>
          <p:spPr>
            <a:xfrm>
              <a:off x="8319022" y="3067276"/>
              <a:ext cx="200429" cy="231877"/>
            </a:xfrm>
            <a:prstGeom prst="rect">
              <a:avLst/>
            </a:prstGeom>
            <a:noFill/>
            <a:ln>
              <a:noFill/>
            </a:ln>
          </p:spPr>
        </p:pic>
        <p:sp>
          <p:nvSpPr>
            <p:cNvPr id="564" name="Google Shape;564;p56"/>
            <p:cNvSpPr/>
            <p:nvPr/>
          </p:nvSpPr>
          <p:spPr>
            <a:xfrm>
              <a:off x="8231334" y="3223950"/>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6"/>
                  </a:lnTo>
                  <a:lnTo>
                    <a:pt x="166205" y="307201"/>
                  </a:lnTo>
                  <a:lnTo>
                    <a:pt x="172787" y="314666"/>
                  </a:lnTo>
                  <a:lnTo>
                    <a:pt x="181419" y="318880"/>
                  </a:lnTo>
                  <a:lnTo>
                    <a:pt x="190999" y="319549"/>
                  </a:lnTo>
                  <a:lnTo>
                    <a:pt x="200429" y="316377"/>
                  </a:lnTo>
                  <a:lnTo>
                    <a:pt x="207891" y="309791"/>
                  </a:lnTo>
                  <a:lnTo>
                    <a:pt x="212102" y="301155"/>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3"/>
                  </a:lnTo>
                  <a:lnTo>
                    <a:pt x="274087" y="273777"/>
                  </a:lnTo>
                  <a:lnTo>
                    <a:pt x="267030" y="280849"/>
                  </a:lnTo>
                  <a:lnTo>
                    <a:pt x="263357" y="289770"/>
                  </a:lnTo>
                  <a:lnTo>
                    <a:pt x="292507" y="319549"/>
                  </a:lnTo>
                  <a:lnTo>
                    <a:pt x="301840" y="315735"/>
                  </a:lnTo>
                  <a:lnTo>
                    <a:pt x="302968" y="314666"/>
                  </a:lnTo>
                  <a:lnTo>
                    <a:pt x="308949" y="308674"/>
                  </a:lnTo>
                  <a:lnTo>
                    <a:pt x="309586" y="307201"/>
                  </a:lnTo>
                  <a:lnTo>
                    <a:pt x="312674" y="299700"/>
                  </a:lnTo>
                  <a:lnTo>
                    <a:pt x="312620" y="289770"/>
                  </a:lnTo>
                  <a:lnTo>
                    <a:pt x="308980" y="280849"/>
                  </a:lnTo>
                  <a:lnTo>
                    <a:pt x="306626" y="277281"/>
                  </a:lnTo>
                  <a:lnTo>
                    <a:pt x="303442" y="274414"/>
                  </a:lnTo>
                  <a:lnTo>
                    <a:pt x="299705" y="272451"/>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1476" y="1477"/>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5"/>
                  </a:lnTo>
                  <a:lnTo>
                    <a:pt x="70825" y="148882"/>
                  </a:lnTo>
                  <a:lnTo>
                    <a:pt x="76347" y="153083"/>
                  </a:lnTo>
                  <a:lnTo>
                    <a:pt x="82756" y="155739"/>
                  </a:lnTo>
                  <a:lnTo>
                    <a:pt x="89744" y="156674"/>
                  </a:lnTo>
                  <a:lnTo>
                    <a:pt x="286055" y="156674"/>
                  </a:lnTo>
                  <a:lnTo>
                    <a:pt x="293044" y="155739"/>
                  </a:lnTo>
                  <a:lnTo>
                    <a:pt x="299452" y="153083"/>
                  </a:lnTo>
                  <a:lnTo>
                    <a:pt x="304973" y="148882"/>
                  </a:lnTo>
                  <a:lnTo>
                    <a:pt x="309298" y="143315"/>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3"/>
                  </a:moveTo>
                  <a:lnTo>
                    <a:pt x="89458" y="100543"/>
                  </a:lnTo>
                  <a:lnTo>
                    <a:pt x="65202" y="116262"/>
                  </a:lnTo>
                  <a:lnTo>
                    <a:pt x="310603" y="116262"/>
                  </a:lnTo>
                  <a:lnTo>
                    <a:pt x="306392" y="109757"/>
                  </a:lnTo>
                  <a:lnTo>
                    <a:pt x="300635" y="104792"/>
                  </a:lnTo>
                  <a:lnTo>
                    <a:pt x="293725" y="101622"/>
                  </a:lnTo>
                  <a:lnTo>
                    <a:pt x="286341" y="100543"/>
                  </a:lnTo>
                  <a:close/>
                </a:path>
                <a:path extrusionOk="0" h="320039" w="375920">
                  <a:moveTo>
                    <a:pt x="357015" y="0"/>
                  </a:moveTo>
                  <a:lnTo>
                    <a:pt x="318384" y="1477"/>
                  </a:lnTo>
                  <a:lnTo>
                    <a:pt x="306907" y="18801"/>
                  </a:lnTo>
                  <a:lnTo>
                    <a:pt x="306923" y="26744"/>
                  </a:lnTo>
                  <a:lnTo>
                    <a:pt x="311944" y="33815"/>
                  </a:lnTo>
                  <a:lnTo>
                    <a:pt x="319434" y="36447"/>
                  </a:lnTo>
                  <a:lnTo>
                    <a:pt x="319418" y="106961"/>
                  </a:lnTo>
                  <a:lnTo>
                    <a:pt x="316078" y="112915"/>
                  </a:lnTo>
                  <a:lnTo>
                    <a:pt x="310603" y="116262"/>
                  </a:lnTo>
                  <a:lnTo>
                    <a:pt x="341381" y="116262"/>
                  </a:lnTo>
                  <a:lnTo>
                    <a:pt x="341848" y="115445"/>
                  </a:lnTo>
                  <a:lnTo>
                    <a:pt x="344488" y="100543"/>
                  </a:lnTo>
                  <a:lnTo>
                    <a:pt x="344488" y="37601"/>
                  </a:lnTo>
                  <a:lnTo>
                    <a:pt x="357015" y="37601"/>
                  </a:lnTo>
                  <a:lnTo>
                    <a:pt x="364328" y="36124"/>
                  </a:lnTo>
                  <a:lnTo>
                    <a:pt x="370301" y="32094"/>
                  </a:lnTo>
                  <a:lnTo>
                    <a:pt x="374328" y="26118"/>
                  </a:lnTo>
                  <a:lnTo>
                    <a:pt x="375805" y="18801"/>
                  </a:lnTo>
                  <a:lnTo>
                    <a:pt x="374328" y="11483"/>
                  </a:lnTo>
                  <a:lnTo>
                    <a:pt x="370301" y="5507"/>
                  </a:lnTo>
                  <a:lnTo>
                    <a:pt x="364328" y="1477"/>
                  </a:lnTo>
                  <a:lnTo>
                    <a:pt x="357015"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65" name="Google Shape;565;p56"/>
          <p:cNvGrpSpPr/>
          <p:nvPr/>
        </p:nvGrpSpPr>
        <p:grpSpPr>
          <a:xfrm>
            <a:off x="8637321" y="2349308"/>
            <a:ext cx="375920" cy="476714"/>
            <a:chOff x="8680916" y="3067276"/>
            <a:chExt cx="375920" cy="476714"/>
          </a:xfrm>
        </p:grpSpPr>
        <p:pic>
          <p:nvPicPr>
            <p:cNvPr id="566" name="Google Shape;566;p56"/>
            <p:cNvPicPr preferRelativeResize="0"/>
            <p:nvPr/>
          </p:nvPicPr>
          <p:blipFill rotWithShape="1">
            <a:blip r:embed="rId10">
              <a:alphaModFix/>
            </a:blip>
            <a:srcRect b="0" l="0" r="0" t="0"/>
            <a:stretch/>
          </p:blipFill>
          <p:spPr>
            <a:xfrm>
              <a:off x="8768605" y="3067276"/>
              <a:ext cx="200432" cy="231877"/>
            </a:xfrm>
            <a:prstGeom prst="rect">
              <a:avLst/>
            </a:prstGeom>
            <a:noFill/>
            <a:ln>
              <a:noFill/>
            </a:ln>
          </p:spPr>
        </p:pic>
        <p:sp>
          <p:nvSpPr>
            <p:cNvPr id="567" name="Google Shape;567;p56"/>
            <p:cNvSpPr/>
            <p:nvPr/>
          </p:nvSpPr>
          <p:spPr>
            <a:xfrm>
              <a:off x="8680916" y="3223950"/>
              <a:ext cx="375920" cy="320040"/>
            </a:xfrm>
            <a:custGeom>
              <a:rect b="b" l="l" r="r" t="t"/>
              <a:pathLst>
                <a:path extrusionOk="0" h="320039" w="375920">
                  <a:moveTo>
                    <a:pt x="250540" y="231877"/>
                  </a:moveTo>
                  <a:lnTo>
                    <a:pt x="125959" y="231877"/>
                  </a:lnTo>
                  <a:lnTo>
                    <a:pt x="108682" y="234922"/>
                  </a:lnTo>
                  <a:lnTo>
                    <a:pt x="108839" y="234922"/>
                  </a:lnTo>
                  <a:lnTo>
                    <a:pt x="94266" y="243213"/>
                  </a:lnTo>
                  <a:lnTo>
                    <a:pt x="83194" y="255917"/>
                  </a:lnTo>
                  <a:lnTo>
                    <a:pt x="76858" y="272038"/>
                  </a:lnTo>
                  <a:lnTo>
                    <a:pt x="68922" y="278036"/>
                  </a:lnTo>
                  <a:lnTo>
                    <a:pt x="64068" y="286329"/>
                  </a:lnTo>
                  <a:lnTo>
                    <a:pt x="62677" y="295838"/>
                  </a:lnTo>
                  <a:lnTo>
                    <a:pt x="65125" y="305488"/>
                  </a:lnTo>
                  <a:lnTo>
                    <a:pt x="71122" y="313429"/>
                  </a:lnTo>
                  <a:lnTo>
                    <a:pt x="79409" y="318285"/>
                  </a:lnTo>
                  <a:lnTo>
                    <a:pt x="88912" y="319677"/>
                  </a:lnTo>
                  <a:lnTo>
                    <a:pt x="98556" y="317228"/>
                  </a:lnTo>
                  <a:lnTo>
                    <a:pt x="106493" y="311227"/>
                  </a:lnTo>
                  <a:lnTo>
                    <a:pt x="111346" y="302935"/>
                  </a:lnTo>
                  <a:lnTo>
                    <a:pt x="112738" y="293427"/>
                  </a:lnTo>
                  <a:lnTo>
                    <a:pt x="110290" y="283778"/>
                  </a:lnTo>
                  <a:lnTo>
                    <a:pt x="108463" y="279971"/>
                  </a:lnTo>
                  <a:lnTo>
                    <a:pt x="105702" y="276686"/>
                  </a:lnTo>
                  <a:lnTo>
                    <a:pt x="102262" y="274231"/>
                  </a:lnTo>
                  <a:lnTo>
                    <a:pt x="105855" y="267200"/>
                  </a:lnTo>
                  <a:lnTo>
                    <a:pt x="111314" y="261748"/>
                  </a:lnTo>
                  <a:lnTo>
                    <a:pt x="118170" y="258216"/>
                  </a:lnTo>
                  <a:lnTo>
                    <a:pt x="125959" y="256945"/>
                  </a:lnTo>
                  <a:lnTo>
                    <a:pt x="293749" y="256945"/>
                  </a:lnTo>
                  <a:lnTo>
                    <a:pt x="293458" y="256186"/>
                  </a:lnTo>
                  <a:lnTo>
                    <a:pt x="282390" y="243351"/>
                  </a:lnTo>
                  <a:lnTo>
                    <a:pt x="267690" y="234922"/>
                  </a:lnTo>
                  <a:lnTo>
                    <a:pt x="250540" y="231877"/>
                  </a:lnTo>
                  <a:close/>
                </a:path>
                <a:path extrusionOk="0" h="320039" w="375920">
                  <a:moveTo>
                    <a:pt x="200432" y="256945"/>
                  </a:moveTo>
                  <a:lnTo>
                    <a:pt x="175378" y="256945"/>
                  </a:lnTo>
                  <a:lnTo>
                    <a:pt x="175378" y="272957"/>
                  </a:lnTo>
                  <a:lnTo>
                    <a:pt x="167917" y="279543"/>
                  </a:lnTo>
                  <a:lnTo>
                    <a:pt x="163705" y="288179"/>
                  </a:lnTo>
                  <a:lnTo>
                    <a:pt x="163037" y="297766"/>
                  </a:lnTo>
                  <a:lnTo>
                    <a:pt x="166207" y="307201"/>
                  </a:lnTo>
                  <a:lnTo>
                    <a:pt x="172790" y="314666"/>
                  </a:lnTo>
                  <a:lnTo>
                    <a:pt x="181421" y="318880"/>
                  </a:lnTo>
                  <a:lnTo>
                    <a:pt x="191002" y="319549"/>
                  </a:lnTo>
                  <a:lnTo>
                    <a:pt x="200432" y="316377"/>
                  </a:lnTo>
                  <a:lnTo>
                    <a:pt x="207894" y="309791"/>
                  </a:lnTo>
                  <a:lnTo>
                    <a:pt x="212105" y="301155"/>
                  </a:lnTo>
                  <a:lnTo>
                    <a:pt x="212773" y="291568"/>
                  </a:lnTo>
                  <a:lnTo>
                    <a:pt x="209603" y="282133"/>
                  </a:lnTo>
                  <a:lnTo>
                    <a:pt x="207406" y="278321"/>
                  </a:lnTo>
                  <a:lnTo>
                    <a:pt x="204243" y="275156"/>
                  </a:lnTo>
                  <a:lnTo>
                    <a:pt x="200432" y="272957"/>
                  </a:lnTo>
                  <a:lnTo>
                    <a:pt x="200432" y="256945"/>
                  </a:lnTo>
                  <a:close/>
                </a:path>
                <a:path extrusionOk="0" h="320039" w="375920">
                  <a:moveTo>
                    <a:pt x="293749" y="256945"/>
                  </a:moveTo>
                  <a:lnTo>
                    <a:pt x="250540" y="256945"/>
                  </a:lnTo>
                  <a:lnTo>
                    <a:pt x="258470" y="258216"/>
                  </a:lnTo>
                  <a:lnTo>
                    <a:pt x="258296" y="258216"/>
                  </a:lnTo>
                  <a:lnTo>
                    <a:pt x="264997" y="261605"/>
                  </a:lnTo>
                  <a:lnTo>
                    <a:pt x="270439" y="266913"/>
                  </a:lnTo>
                  <a:lnTo>
                    <a:pt x="274091" y="273777"/>
                  </a:lnTo>
                  <a:lnTo>
                    <a:pt x="267034" y="280849"/>
                  </a:lnTo>
                  <a:lnTo>
                    <a:pt x="263361" y="289770"/>
                  </a:lnTo>
                  <a:lnTo>
                    <a:pt x="292511" y="319549"/>
                  </a:lnTo>
                  <a:lnTo>
                    <a:pt x="301844" y="315735"/>
                  </a:lnTo>
                  <a:lnTo>
                    <a:pt x="302973" y="314666"/>
                  </a:lnTo>
                  <a:lnTo>
                    <a:pt x="308953" y="308674"/>
                  </a:lnTo>
                  <a:lnTo>
                    <a:pt x="309590" y="307201"/>
                  </a:lnTo>
                  <a:lnTo>
                    <a:pt x="312678" y="299700"/>
                  </a:lnTo>
                  <a:lnTo>
                    <a:pt x="312625" y="289770"/>
                  </a:lnTo>
                  <a:lnTo>
                    <a:pt x="308985" y="280849"/>
                  </a:lnTo>
                  <a:lnTo>
                    <a:pt x="306630" y="277281"/>
                  </a:lnTo>
                  <a:lnTo>
                    <a:pt x="303446" y="274414"/>
                  </a:lnTo>
                  <a:lnTo>
                    <a:pt x="299709" y="272451"/>
                  </a:lnTo>
                  <a:lnTo>
                    <a:pt x="293749" y="256945"/>
                  </a:lnTo>
                  <a:close/>
                </a:path>
                <a:path extrusionOk="0" h="320039" w="375920">
                  <a:moveTo>
                    <a:pt x="200432" y="156674"/>
                  </a:moveTo>
                  <a:lnTo>
                    <a:pt x="175378" y="156674"/>
                  </a:lnTo>
                  <a:lnTo>
                    <a:pt x="175378" y="231877"/>
                  </a:lnTo>
                  <a:lnTo>
                    <a:pt x="200432" y="231877"/>
                  </a:lnTo>
                  <a:lnTo>
                    <a:pt x="200432" y="156674"/>
                  </a:lnTo>
                  <a:close/>
                </a:path>
                <a:path extrusionOk="0" h="320039" w="375920">
                  <a:moveTo>
                    <a:pt x="50108" y="0"/>
                  </a:moveTo>
                  <a:lnTo>
                    <a:pt x="11476" y="1477"/>
                  </a:lnTo>
                  <a:lnTo>
                    <a:pt x="0" y="18800"/>
                  </a:lnTo>
                  <a:lnTo>
                    <a:pt x="1476" y="26118"/>
                  </a:lnTo>
                  <a:lnTo>
                    <a:pt x="5504" y="32094"/>
                  </a:lnTo>
                  <a:lnTo>
                    <a:pt x="11476" y="36124"/>
                  </a:lnTo>
                  <a:lnTo>
                    <a:pt x="18790" y="37601"/>
                  </a:lnTo>
                  <a:lnTo>
                    <a:pt x="31317" y="37601"/>
                  </a:lnTo>
                  <a:lnTo>
                    <a:pt x="31317" y="100542"/>
                  </a:lnTo>
                  <a:lnTo>
                    <a:pt x="33953" y="115444"/>
                  </a:lnTo>
                  <a:lnTo>
                    <a:pt x="41258" y="128225"/>
                  </a:lnTo>
                  <a:lnTo>
                    <a:pt x="52388" y="137857"/>
                  </a:lnTo>
                  <a:lnTo>
                    <a:pt x="66497" y="143315"/>
                  </a:lnTo>
                  <a:lnTo>
                    <a:pt x="70826" y="148882"/>
                  </a:lnTo>
                  <a:lnTo>
                    <a:pt x="76348" y="153083"/>
                  </a:lnTo>
                  <a:lnTo>
                    <a:pt x="82757" y="155739"/>
                  </a:lnTo>
                  <a:lnTo>
                    <a:pt x="89745" y="156674"/>
                  </a:lnTo>
                  <a:lnTo>
                    <a:pt x="286060" y="156674"/>
                  </a:lnTo>
                  <a:lnTo>
                    <a:pt x="293048" y="155739"/>
                  </a:lnTo>
                  <a:lnTo>
                    <a:pt x="299456" y="153083"/>
                  </a:lnTo>
                  <a:lnTo>
                    <a:pt x="304977" y="148882"/>
                  </a:lnTo>
                  <a:lnTo>
                    <a:pt x="309303" y="143315"/>
                  </a:lnTo>
                  <a:lnTo>
                    <a:pt x="323413" y="137857"/>
                  </a:lnTo>
                  <a:lnTo>
                    <a:pt x="334545" y="128225"/>
                  </a:lnTo>
                  <a:lnTo>
                    <a:pt x="341386" y="116262"/>
                  </a:lnTo>
                  <a:lnTo>
                    <a:pt x="65203" y="116262"/>
                  </a:lnTo>
                  <a:lnTo>
                    <a:pt x="59727" y="112915"/>
                  </a:lnTo>
                  <a:lnTo>
                    <a:pt x="56387" y="106961"/>
                  </a:lnTo>
                  <a:lnTo>
                    <a:pt x="56371" y="36447"/>
                  </a:lnTo>
                  <a:lnTo>
                    <a:pt x="63861" y="33815"/>
                  </a:lnTo>
                  <a:lnTo>
                    <a:pt x="68883" y="26744"/>
                  </a:lnTo>
                  <a:lnTo>
                    <a:pt x="68898" y="18800"/>
                  </a:lnTo>
                  <a:lnTo>
                    <a:pt x="67421" y="11483"/>
                  </a:lnTo>
                  <a:lnTo>
                    <a:pt x="63394" y="5507"/>
                  </a:lnTo>
                  <a:lnTo>
                    <a:pt x="57421" y="1477"/>
                  </a:lnTo>
                  <a:lnTo>
                    <a:pt x="50108" y="0"/>
                  </a:lnTo>
                  <a:close/>
                </a:path>
                <a:path extrusionOk="0" h="320039" w="375920">
                  <a:moveTo>
                    <a:pt x="286346" y="100543"/>
                  </a:moveTo>
                  <a:lnTo>
                    <a:pt x="89460" y="100543"/>
                  </a:lnTo>
                  <a:lnTo>
                    <a:pt x="65203" y="116262"/>
                  </a:lnTo>
                  <a:lnTo>
                    <a:pt x="310607" y="116262"/>
                  </a:lnTo>
                  <a:lnTo>
                    <a:pt x="306397" y="109757"/>
                  </a:lnTo>
                  <a:lnTo>
                    <a:pt x="300640" y="104792"/>
                  </a:lnTo>
                  <a:lnTo>
                    <a:pt x="293729" y="101622"/>
                  </a:lnTo>
                  <a:lnTo>
                    <a:pt x="286346" y="100543"/>
                  </a:lnTo>
                  <a:close/>
                </a:path>
                <a:path extrusionOk="0" h="320039" w="375920">
                  <a:moveTo>
                    <a:pt x="357020" y="0"/>
                  </a:moveTo>
                  <a:lnTo>
                    <a:pt x="318389" y="1477"/>
                  </a:lnTo>
                  <a:lnTo>
                    <a:pt x="306912" y="18801"/>
                  </a:lnTo>
                  <a:lnTo>
                    <a:pt x="306927" y="26744"/>
                  </a:lnTo>
                  <a:lnTo>
                    <a:pt x="311949" y="33815"/>
                  </a:lnTo>
                  <a:lnTo>
                    <a:pt x="319439" y="36447"/>
                  </a:lnTo>
                  <a:lnTo>
                    <a:pt x="319423" y="106961"/>
                  </a:lnTo>
                  <a:lnTo>
                    <a:pt x="316083" y="112915"/>
                  </a:lnTo>
                  <a:lnTo>
                    <a:pt x="310607" y="116262"/>
                  </a:lnTo>
                  <a:lnTo>
                    <a:pt x="341386" y="116262"/>
                  </a:lnTo>
                  <a:lnTo>
                    <a:pt x="341853" y="115445"/>
                  </a:lnTo>
                  <a:lnTo>
                    <a:pt x="344493" y="100543"/>
                  </a:lnTo>
                  <a:lnTo>
                    <a:pt x="344493" y="37601"/>
                  </a:lnTo>
                  <a:lnTo>
                    <a:pt x="357020" y="37601"/>
                  </a:lnTo>
                  <a:lnTo>
                    <a:pt x="364334" y="36124"/>
                  </a:lnTo>
                  <a:lnTo>
                    <a:pt x="370306" y="32094"/>
                  </a:lnTo>
                  <a:lnTo>
                    <a:pt x="374334" y="26118"/>
                  </a:lnTo>
                  <a:lnTo>
                    <a:pt x="375810" y="18801"/>
                  </a:lnTo>
                  <a:lnTo>
                    <a:pt x="374334" y="11483"/>
                  </a:lnTo>
                  <a:lnTo>
                    <a:pt x="370306" y="5507"/>
                  </a:lnTo>
                  <a:lnTo>
                    <a:pt x="364334" y="1477"/>
                  </a:lnTo>
                  <a:lnTo>
                    <a:pt x="35702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68" name="Google Shape;568;p56"/>
          <p:cNvGrpSpPr/>
          <p:nvPr/>
        </p:nvGrpSpPr>
        <p:grpSpPr>
          <a:xfrm>
            <a:off x="9086899" y="2349308"/>
            <a:ext cx="375920" cy="476714"/>
            <a:chOff x="9130494" y="3067276"/>
            <a:chExt cx="375920" cy="476714"/>
          </a:xfrm>
        </p:grpSpPr>
        <p:pic>
          <p:nvPicPr>
            <p:cNvPr id="569" name="Google Shape;569;p56"/>
            <p:cNvPicPr preferRelativeResize="0"/>
            <p:nvPr/>
          </p:nvPicPr>
          <p:blipFill rotWithShape="1">
            <a:blip r:embed="rId10">
              <a:alphaModFix/>
            </a:blip>
            <a:srcRect b="0" l="0" r="0" t="0"/>
            <a:stretch/>
          </p:blipFill>
          <p:spPr>
            <a:xfrm>
              <a:off x="9218182" y="3067276"/>
              <a:ext cx="200429" cy="231877"/>
            </a:xfrm>
            <a:prstGeom prst="rect">
              <a:avLst/>
            </a:prstGeom>
            <a:noFill/>
            <a:ln>
              <a:noFill/>
            </a:ln>
          </p:spPr>
        </p:pic>
        <p:sp>
          <p:nvSpPr>
            <p:cNvPr id="570" name="Google Shape;570;p56"/>
            <p:cNvSpPr/>
            <p:nvPr/>
          </p:nvSpPr>
          <p:spPr>
            <a:xfrm>
              <a:off x="9130494" y="3223950"/>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6"/>
                  </a:lnTo>
                  <a:lnTo>
                    <a:pt x="166205" y="307201"/>
                  </a:lnTo>
                  <a:lnTo>
                    <a:pt x="172787" y="314666"/>
                  </a:lnTo>
                  <a:lnTo>
                    <a:pt x="181419" y="318880"/>
                  </a:lnTo>
                  <a:lnTo>
                    <a:pt x="190999" y="319549"/>
                  </a:lnTo>
                  <a:lnTo>
                    <a:pt x="200429" y="316377"/>
                  </a:lnTo>
                  <a:lnTo>
                    <a:pt x="207891" y="309791"/>
                  </a:lnTo>
                  <a:lnTo>
                    <a:pt x="212102" y="301155"/>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3"/>
                  </a:lnTo>
                  <a:lnTo>
                    <a:pt x="274087" y="273777"/>
                  </a:lnTo>
                  <a:lnTo>
                    <a:pt x="267030" y="280849"/>
                  </a:lnTo>
                  <a:lnTo>
                    <a:pt x="263357" y="289770"/>
                  </a:lnTo>
                  <a:lnTo>
                    <a:pt x="292507" y="319549"/>
                  </a:lnTo>
                  <a:lnTo>
                    <a:pt x="301840" y="315735"/>
                  </a:lnTo>
                  <a:lnTo>
                    <a:pt x="302968" y="314666"/>
                  </a:lnTo>
                  <a:lnTo>
                    <a:pt x="308949" y="308674"/>
                  </a:lnTo>
                  <a:lnTo>
                    <a:pt x="309586" y="307201"/>
                  </a:lnTo>
                  <a:lnTo>
                    <a:pt x="312674" y="299700"/>
                  </a:lnTo>
                  <a:lnTo>
                    <a:pt x="312620" y="289770"/>
                  </a:lnTo>
                  <a:lnTo>
                    <a:pt x="308980" y="280849"/>
                  </a:lnTo>
                  <a:lnTo>
                    <a:pt x="306626" y="277281"/>
                  </a:lnTo>
                  <a:lnTo>
                    <a:pt x="303442" y="274414"/>
                  </a:lnTo>
                  <a:lnTo>
                    <a:pt x="299705" y="272451"/>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1476" y="1477"/>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5"/>
                  </a:lnTo>
                  <a:lnTo>
                    <a:pt x="70825" y="148882"/>
                  </a:lnTo>
                  <a:lnTo>
                    <a:pt x="76347" y="153083"/>
                  </a:lnTo>
                  <a:lnTo>
                    <a:pt x="82756" y="155739"/>
                  </a:lnTo>
                  <a:lnTo>
                    <a:pt x="89744" y="156674"/>
                  </a:lnTo>
                  <a:lnTo>
                    <a:pt x="286055" y="156674"/>
                  </a:lnTo>
                  <a:lnTo>
                    <a:pt x="293044" y="155739"/>
                  </a:lnTo>
                  <a:lnTo>
                    <a:pt x="299452" y="153083"/>
                  </a:lnTo>
                  <a:lnTo>
                    <a:pt x="304973" y="148882"/>
                  </a:lnTo>
                  <a:lnTo>
                    <a:pt x="309298" y="143315"/>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3"/>
                  </a:moveTo>
                  <a:lnTo>
                    <a:pt x="89458" y="100543"/>
                  </a:lnTo>
                  <a:lnTo>
                    <a:pt x="65202" y="116262"/>
                  </a:lnTo>
                  <a:lnTo>
                    <a:pt x="310603" y="116262"/>
                  </a:lnTo>
                  <a:lnTo>
                    <a:pt x="306392" y="109757"/>
                  </a:lnTo>
                  <a:lnTo>
                    <a:pt x="300635" y="104792"/>
                  </a:lnTo>
                  <a:lnTo>
                    <a:pt x="293725" y="101622"/>
                  </a:lnTo>
                  <a:lnTo>
                    <a:pt x="286341" y="100543"/>
                  </a:lnTo>
                  <a:close/>
                </a:path>
                <a:path extrusionOk="0" h="320039" w="375920">
                  <a:moveTo>
                    <a:pt x="357015" y="0"/>
                  </a:moveTo>
                  <a:lnTo>
                    <a:pt x="318384" y="1477"/>
                  </a:lnTo>
                  <a:lnTo>
                    <a:pt x="306907" y="18801"/>
                  </a:lnTo>
                  <a:lnTo>
                    <a:pt x="306923" y="26744"/>
                  </a:lnTo>
                  <a:lnTo>
                    <a:pt x="311944" y="33815"/>
                  </a:lnTo>
                  <a:lnTo>
                    <a:pt x="319434" y="36447"/>
                  </a:lnTo>
                  <a:lnTo>
                    <a:pt x="319418" y="106961"/>
                  </a:lnTo>
                  <a:lnTo>
                    <a:pt x="316078" y="112915"/>
                  </a:lnTo>
                  <a:lnTo>
                    <a:pt x="310603" y="116262"/>
                  </a:lnTo>
                  <a:lnTo>
                    <a:pt x="341381" y="116262"/>
                  </a:lnTo>
                  <a:lnTo>
                    <a:pt x="341848" y="115445"/>
                  </a:lnTo>
                  <a:lnTo>
                    <a:pt x="344488" y="100543"/>
                  </a:lnTo>
                  <a:lnTo>
                    <a:pt x="344488" y="37601"/>
                  </a:lnTo>
                  <a:lnTo>
                    <a:pt x="357015" y="37601"/>
                  </a:lnTo>
                  <a:lnTo>
                    <a:pt x="364328" y="36124"/>
                  </a:lnTo>
                  <a:lnTo>
                    <a:pt x="370301" y="32094"/>
                  </a:lnTo>
                  <a:lnTo>
                    <a:pt x="374328" y="26118"/>
                  </a:lnTo>
                  <a:lnTo>
                    <a:pt x="375805" y="18801"/>
                  </a:lnTo>
                  <a:lnTo>
                    <a:pt x="374328" y="11483"/>
                  </a:lnTo>
                  <a:lnTo>
                    <a:pt x="370301" y="5507"/>
                  </a:lnTo>
                  <a:lnTo>
                    <a:pt x="364328" y="1477"/>
                  </a:lnTo>
                  <a:lnTo>
                    <a:pt x="357015"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71" name="Google Shape;571;p56"/>
          <p:cNvGrpSpPr/>
          <p:nvPr/>
        </p:nvGrpSpPr>
        <p:grpSpPr>
          <a:xfrm>
            <a:off x="8810310" y="4825089"/>
            <a:ext cx="375920" cy="476714"/>
            <a:chOff x="9130494" y="5639432"/>
            <a:chExt cx="375920" cy="476714"/>
          </a:xfrm>
        </p:grpSpPr>
        <p:pic>
          <p:nvPicPr>
            <p:cNvPr id="572" name="Google Shape;572;p56"/>
            <p:cNvPicPr preferRelativeResize="0"/>
            <p:nvPr/>
          </p:nvPicPr>
          <p:blipFill rotWithShape="1">
            <a:blip r:embed="rId10">
              <a:alphaModFix/>
            </a:blip>
            <a:srcRect b="0" l="0" r="0" t="0"/>
            <a:stretch/>
          </p:blipFill>
          <p:spPr>
            <a:xfrm>
              <a:off x="9218182" y="5639432"/>
              <a:ext cx="200429" cy="231877"/>
            </a:xfrm>
            <a:prstGeom prst="rect">
              <a:avLst/>
            </a:prstGeom>
            <a:noFill/>
            <a:ln>
              <a:noFill/>
            </a:ln>
          </p:spPr>
        </p:pic>
        <p:sp>
          <p:nvSpPr>
            <p:cNvPr id="573" name="Google Shape;573;p56"/>
            <p:cNvSpPr/>
            <p:nvPr/>
          </p:nvSpPr>
          <p:spPr>
            <a:xfrm>
              <a:off x="9130494" y="5796106"/>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5"/>
                  </a:lnTo>
                  <a:lnTo>
                    <a:pt x="166205" y="307201"/>
                  </a:lnTo>
                  <a:lnTo>
                    <a:pt x="172787" y="314666"/>
                  </a:lnTo>
                  <a:lnTo>
                    <a:pt x="181419" y="318880"/>
                  </a:lnTo>
                  <a:lnTo>
                    <a:pt x="190999" y="319548"/>
                  </a:lnTo>
                  <a:lnTo>
                    <a:pt x="200429" y="316377"/>
                  </a:lnTo>
                  <a:lnTo>
                    <a:pt x="207891" y="309791"/>
                  </a:lnTo>
                  <a:lnTo>
                    <a:pt x="212102" y="301154"/>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2"/>
                  </a:lnTo>
                  <a:lnTo>
                    <a:pt x="274087" y="273777"/>
                  </a:lnTo>
                  <a:lnTo>
                    <a:pt x="267030" y="280849"/>
                  </a:lnTo>
                  <a:lnTo>
                    <a:pt x="263357" y="289770"/>
                  </a:lnTo>
                  <a:lnTo>
                    <a:pt x="263410" y="299699"/>
                  </a:lnTo>
                  <a:lnTo>
                    <a:pt x="267072" y="308674"/>
                  </a:lnTo>
                  <a:lnTo>
                    <a:pt x="274138" y="315735"/>
                  </a:lnTo>
                  <a:lnTo>
                    <a:pt x="283390" y="319548"/>
                  </a:lnTo>
                  <a:lnTo>
                    <a:pt x="292507" y="319548"/>
                  </a:lnTo>
                  <a:lnTo>
                    <a:pt x="312674" y="299699"/>
                  </a:lnTo>
                  <a:lnTo>
                    <a:pt x="312620" y="289770"/>
                  </a:lnTo>
                  <a:lnTo>
                    <a:pt x="308980" y="280849"/>
                  </a:lnTo>
                  <a:lnTo>
                    <a:pt x="306626" y="277281"/>
                  </a:lnTo>
                  <a:lnTo>
                    <a:pt x="303442" y="274414"/>
                  </a:lnTo>
                  <a:lnTo>
                    <a:pt x="299705" y="272450"/>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8790" y="0"/>
                  </a:lnTo>
                  <a:lnTo>
                    <a:pt x="11476" y="1477"/>
                  </a:lnTo>
                  <a:lnTo>
                    <a:pt x="5503" y="5507"/>
                  </a:lnTo>
                  <a:lnTo>
                    <a:pt x="1476" y="11483"/>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4"/>
                  </a:lnTo>
                  <a:lnTo>
                    <a:pt x="70825" y="148882"/>
                  </a:lnTo>
                  <a:lnTo>
                    <a:pt x="76347" y="153082"/>
                  </a:lnTo>
                  <a:lnTo>
                    <a:pt x="82756" y="155739"/>
                  </a:lnTo>
                  <a:lnTo>
                    <a:pt x="89744" y="156674"/>
                  </a:lnTo>
                  <a:lnTo>
                    <a:pt x="286055" y="156674"/>
                  </a:lnTo>
                  <a:lnTo>
                    <a:pt x="293044" y="155739"/>
                  </a:lnTo>
                  <a:lnTo>
                    <a:pt x="299452" y="153082"/>
                  </a:lnTo>
                  <a:lnTo>
                    <a:pt x="304973" y="148882"/>
                  </a:lnTo>
                  <a:lnTo>
                    <a:pt x="309298" y="143314"/>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2"/>
                  </a:moveTo>
                  <a:lnTo>
                    <a:pt x="89458" y="100542"/>
                  </a:lnTo>
                  <a:lnTo>
                    <a:pt x="82076" y="101622"/>
                  </a:lnTo>
                  <a:lnTo>
                    <a:pt x="75167" y="104792"/>
                  </a:lnTo>
                  <a:lnTo>
                    <a:pt x="69411" y="109756"/>
                  </a:lnTo>
                  <a:lnTo>
                    <a:pt x="65202" y="116262"/>
                  </a:lnTo>
                  <a:lnTo>
                    <a:pt x="310603" y="116262"/>
                  </a:lnTo>
                  <a:lnTo>
                    <a:pt x="306392" y="109756"/>
                  </a:lnTo>
                  <a:lnTo>
                    <a:pt x="300635" y="104792"/>
                  </a:lnTo>
                  <a:lnTo>
                    <a:pt x="293725" y="101622"/>
                  </a:lnTo>
                  <a:lnTo>
                    <a:pt x="286341" y="100542"/>
                  </a:lnTo>
                  <a:close/>
                </a:path>
                <a:path extrusionOk="0" h="320039" w="375920">
                  <a:moveTo>
                    <a:pt x="357015" y="0"/>
                  </a:moveTo>
                  <a:lnTo>
                    <a:pt x="325697" y="0"/>
                  </a:lnTo>
                  <a:lnTo>
                    <a:pt x="318384" y="1477"/>
                  </a:lnTo>
                  <a:lnTo>
                    <a:pt x="312411" y="5507"/>
                  </a:lnTo>
                  <a:lnTo>
                    <a:pt x="308384" y="11483"/>
                  </a:lnTo>
                  <a:lnTo>
                    <a:pt x="306907" y="18800"/>
                  </a:lnTo>
                  <a:lnTo>
                    <a:pt x="306923" y="26744"/>
                  </a:lnTo>
                  <a:lnTo>
                    <a:pt x="311944" y="33815"/>
                  </a:lnTo>
                  <a:lnTo>
                    <a:pt x="319434" y="36447"/>
                  </a:lnTo>
                  <a:lnTo>
                    <a:pt x="319418" y="106961"/>
                  </a:lnTo>
                  <a:lnTo>
                    <a:pt x="316078" y="112915"/>
                  </a:lnTo>
                  <a:lnTo>
                    <a:pt x="310603" y="116262"/>
                  </a:lnTo>
                  <a:lnTo>
                    <a:pt x="341381" y="116262"/>
                  </a:lnTo>
                  <a:lnTo>
                    <a:pt x="341848" y="115444"/>
                  </a:lnTo>
                  <a:lnTo>
                    <a:pt x="344488" y="100542"/>
                  </a:lnTo>
                  <a:lnTo>
                    <a:pt x="344488" y="37601"/>
                  </a:lnTo>
                  <a:lnTo>
                    <a:pt x="357015" y="37601"/>
                  </a:lnTo>
                  <a:lnTo>
                    <a:pt x="364328" y="36124"/>
                  </a:lnTo>
                  <a:lnTo>
                    <a:pt x="370301" y="32094"/>
                  </a:lnTo>
                  <a:lnTo>
                    <a:pt x="374328" y="26118"/>
                  </a:lnTo>
                  <a:lnTo>
                    <a:pt x="375805" y="18800"/>
                  </a:lnTo>
                  <a:lnTo>
                    <a:pt x="374328" y="11483"/>
                  </a:lnTo>
                  <a:lnTo>
                    <a:pt x="370301" y="5507"/>
                  </a:lnTo>
                  <a:lnTo>
                    <a:pt x="364328" y="1477"/>
                  </a:lnTo>
                  <a:lnTo>
                    <a:pt x="357015"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4" name="Google Shape;574;p56"/>
          <p:cNvSpPr txBox="1"/>
          <p:nvPr/>
        </p:nvSpPr>
        <p:spPr>
          <a:xfrm>
            <a:off x="8925442" y="3191244"/>
            <a:ext cx="2895600" cy="566165"/>
          </a:xfrm>
          <a:prstGeom prst="rect">
            <a:avLst/>
          </a:prstGeom>
          <a:noFill/>
          <a:ln>
            <a:noFill/>
          </a:ln>
        </p:spPr>
        <p:txBody>
          <a:bodyPr anchorCtr="0" anchor="t" bIns="0" lIns="0" spcFirstLastPara="1" rIns="0" wrap="square" tIns="12050">
            <a:spAutoFit/>
          </a:bodyPr>
          <a:lstStyle/>
          <a:p>
            <a:pPr indent="0" lvl="0" marL="12700" marR="0" rtl="0" algn="ctr">
              <a:lnSpc>
                <a:spcPct val="100000"/>
              </a:lnSpc>
              <a:spcBef>
                <a:spcPts val="0"/>
              </a:spcBef>
              <a:spcAft>
                <a:spcPts val="0"/>
              </a:spcAft>
              <a:buClr>
                <a:srgbClr val="000000"/>
              </a:buClr>
              <a:buSzPts val="1200"/>
              <a:buFont typeface="Arial"/>
              <a:buNone/>
            </a:pPr>
            <a:r>
              <a:rPr b="0" i="0" lang="en-US" sz="1200" u="none" cap="none" strike="noStrike">
                <a:solidFill>
                  <a:srgbClr val="4F6128"/>
                </a:solidFill>
                <a:latin typeface="Arial"/>
                <a:ea typeface="Arial"/>
                <a:cs typeface="Arial"/>
                <a:sym typeface="Arial"/>
              </a:rPr>
              <a:t>Akan ada penambahan 4 (empat) kursi yang akan disebar pada setiap Kawasan dan ASIA PASIFIC akan mendapat 1 kursi </a:t>
            </a:r>
            <a:endParaRPr b="0" i="0" sz="1200" u="none" cap="none" strike="noStrike">
              <a:solidFill>
                <a:srgbClr val="4F6128"/>
              </a:solidFill>
              <a:latin typeface="Arial"/>
              <a:ea typeface="Arial"/>
              <a:cs typeface="Arial"/>
              <a:sym typeface="Arial"/>
            </a:endParaRPr>
          </a:p>
        </p:txBody>
      </p:sp>
      <p:sp>
        <p:nvSpPr>
          <p:cNvPr id="575" name="Google Shape;575;p56"/>
          <p:cNvSpPr/>
          <p:nvPr/>
        </p:nvSpPr>
        <p:spPr>
          <a:xfrm>
            <a:off x="9176605" y="4015271"/>
            <a:ext cx="579119" cy="615505"/>
          </a:xfrm>
          <a:prstGeom prst="plus">
            <a:avLst>
              <a:gd fmla="val 37632" name="adj"/>
            </a:avLst>
          </a:prstGeom>
          <a:solidFill>
            <a:srgbClr val="244061"/>
          </a:solidFill>
          <a:ln cap="flat" cmpd="sng" w="25400">
            <a:solidFill>
              <a:srgbClr val="0F24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576" name="Google Shape;576;p56"/>
          <p:cNvGrpSpPr/>
          <p:nvPr/>
        </p:nvGrpSpPr>
        <p:grpSpPr>
          <a:xfrm>
            <a:off x="9543691" y="2374064"/>
            <a:ext cx="375920" cy="476714"/>
            <a:chOff x="9130494" y="3067276"/>
            <a:chExt cx="375920" cy="476714"/>
          </a:xfrm>
        </p:grpSpPr>
        <p:pic>
          <p:nvPicPr>
            <p:cNvPr id="577" name="Google Shape;577;p56"/>
            <p:cNvPicPr preferRelativeResize="0"/>
            <p:nvPr/>
          </p:nvPicPr>
          <p:blipFill rotWithShape="1">
            <a:blip r:embed="rId10">
              <a:alphaModFix/>
            </a:blip>
            <a:srcRect b="0" l="0" r="0" t="0"/>
            <a:stretch/>
          </p:blipFill>
          <p:spPr>
            <a:xfrm>
              <a:off x="9218182" y="3067276"/>
              <a:ext cx="200429" cy="231877"/>
            </a:xfrm>
            <a:prstGeom prst="rect">
              <a:avLst/>
            </a:prstGeom>
            <a:noFill/>
            <a:ln>
              <a:noFill/>
            </a:ln>
          </p:spPr>
        </p:pic>
        <p:sp>
          <p:nvSpPr>
            <p:cNvPr id="578" name="Google Shape;578;p56"/>
            <p:cNvSpPr/>
            <p:nvPr/>
          </p:nvSpPr>
          <p:spPr>
            <a:xfrm>
              <a:off x="9130494" y="3223950"/>
              <a:ext cx="375920" cy="320040"/>
            </a:xfrm>
            <a:custGeom>
              <a:rect b="b" l="l" r="r" t="t"/>
              <a:pathLst>
                <a:path extrusionOk="0" h="320039" w="375920">
                  <a:moveTo>
                    <a:pt x="250537" y="231877"/>
                  </a:moveTo>
                  <a:lnTo>
                    <a:pt x="125957" y="231877"/>
                  </a:lnTo>
                  <a:lnTo>
                    <a:pt x="108680" y="234922"/>
                  </a:lnTo>
                  <a:lnTo>
                    <a:pt x="108838" y="234922"/>
                  </a:lnTo>
                  <a:lnTo>
                    <a:pt x="94265" y="243213"/>
                  </a:lnTo>
                  <a:lnTo>
                    <a:pt x="83192" y="255917"/>
                  </a:lnTo>
                  <a:lnTo>
                    <a:pt x="76857" y="272038"/>
                  </a:lnTo>
                  <a:lnTo>
                    <a:pt x="68921" y="278036"/>
                  </a:lnTo>
                  <a:lnTo>
                    <a:pt x="64067" y="286329"/>
                  </a:lnTo>
                  <a:lnTo>
                    <a:pt x="62676" y="295838"/>
                  </a:lnTo>
                  <a:lnTo>
                    <a:pt x="65124" y="305488"/>
                  </a:lnTo>
                  <a:lnTo>
                    <a:pt x="71121" y="313429"/>
                  </a:lnTo>
                  <a:lnTo>
                    <a:pt x="79408" y="318285"/>
                  </a:lnTo>
                  <a:lnTo>
                    <a:pt x="88911" y="319677"/>
                  </a:lnTo>
                  <a:lnTo>
                    <a:pt x="98555" y="317228"/>
                  </a:lnTo>
                  <a:lnTo>
                    <a:pt x="106491" y="311227"/>
                  </a:lnTo>
                  <a:lnTo>
                    <a:pt x="111345" y="302935"/>
                  </a:lnTo>
                  <a:lnTo>
                    <a:pt x="112736" y="293427"/>
                  </a:lnTo>
                  <a:lnTo>
                    <a:pt x="110288" y="283778"/>
                  </a:lnTo>
                  <a:lnTo>
                    <a:pt x="108461" y="279971"/>
                  </a:lnTo>
                  <a:lnTo>
                    <a:pt x="105700" y="276686"/>
                  </a:lnTo>
                  <a:lnTo>
                    <a:pt x="102261" y="274231"/>
                  </a:lnTo>
                  <a:lnTo>
                    <a:pt x="105854" y="267200"/>
                  </a:lnTo>
                  <a:lnTo>
                    <a:pt x="111312" y="261748"/>
                  </a:lnTo>
                  <a:lnTo>
                    <a:pt x="118168" y="258216"/>
                  </a:lnTo>
                  <a:lnTo>
                    <a:pt x="125957" y="256945"/>
                  </a:lnTo>
                  <a:lnTo>
                    <a:pt x="293745" y="256945"/>
                  </a:lnTo>
                  <a:lnTo>
                    <a:pt x="293453" y="256186"/>
                  </a:lnTo>
                  <a:lnTo>
                    <a:pt x="282386" y="243351"/>
                  </a:lnTo>
                  <a:lnTo>
                    <a:pt x="267686" y="234922"/>
                  </a:lnTo>
                  <a:lnTo>
                    <a:pt x="250537" y="231877"/>
                  </a:lnTo>
                  <a:close/>
                </a:path>
                <a:path extrusionOk="0" h="320039" w="375920">
                  <a:moveTo>
                    <a:pt x="200429" y="256945"/>
                  </a:moveTo>
                  <a:lnTo>
                    <a:pt x="175376" y="256945"/>
                  </a:lnTo>
                  <a:lnTo>
                    <a:pt x="175376" y="272957"/>
                  </a:lnTo>
                  <a:lnTo>
                    <a:pt x="167914" y="279543"/>
                  </a:lnTo>
                  <a:lnTo>
                    <a:pt x="163703" y="288179"/>
                  </a:lnTo>
                  <a:lnTo>
                    <a:pt x="163035" y="297766"/>
                  </a:lnTo>
                  <a:lnTo>
                    <a:pt x="166205" y="307201"/>
                  </a:lnTo>
                  <a:lnTo>
                    <a:pt x="172787" y="314666"/>
                  </a:lnTo>
                  <a:lnTo>
                    <a:pt x="181419" y="318880"/>
                  </a:lnTo>
                  <a:lnTo>
                    <a:pt x="190999" y="319549"/>
                  </a:lnTo>
                  <a:lnTo>
                    <a:pt x="200429" y="316377"/>
                  </a:lnTo>
                  <a:lnTo>
                    <a:pt x="207891" y="309791"/>
                  </a:lnTo>
                  <a:lnTo>
                    <a:pt x="212102" y="301155"/>
                  </a:lnTo>
                  <a:lnTo>
                    <a:pt x="212770" y="291568"/>
                  </a:lnTo>
                  <a:lnTo>
                    <a:pt x="209600" y="282133"/>
                  </a:lnTo>
                  <a:lnTo>
                    <a:pt x="207403" y="278321"/>
                  </a:lnTo>
                  <a:lnTo>
                    <a:pt x="204240" y="275156"/>
                  </a:lnTo>
                  <a:lnTo>
                    <a:pt x="200429" y="272957"/>
                  </a:lnTo>
                  <a:lnTo>
                    <a:pt x="200429" y="256945"/>
                  </a:lnTo>
                  <a:close/>
                </a:path>
                <a:path extrusionOk="0" h="320039" w="375920">
                  <a:moveTo>
                    <a:pt x="293745" y="256945"/>
                  </a:moveTo>
                  <a:lnTo>
                    <a:pt x="250537" y="256945"/>
                  </a:lnTo>
                  <a:lnTo>
                    <a:pt x="258466" y="258216"/>
                  </a:lnTo>
                  <a:lnTo>
                    <a:pt x="258292" y="258216"/>
                  </a:lnTo>
                  <a:lnTo>
                    <a:pt x="264993" y="261605"/>
                  </a:lnTo>
                  <a:lnTo>
                    <a:pt x="270435" y="266913"/>
                  </a:lnTo>
                  <a:lnTo>
                    <a:pt x="274087" y="273777"/>
                  </a:lnTo>
                  <a:lnTo>
                    <a:pt x="267030" y="280849"/>
                  </a:lnTo>
                  <a:lnTo>
                    <a:pt x="263357" y="289770"/>
                  </a:lnTo>
                  <a:lnTo>
                    <a:pt x="292507" y="319549"/>
                  </a:lnTo>
                  <a:lnTo>
                    <a:pt x="301840" y="315735"/>
                  </a:lnTo>
                  <a:lnTo>
                    <a:pt x="302968" y="314666"/>
                  </a:lnTo>
                  <a:lnTo>
                    <a:pt x="308949" y="308674"/>
                  </a:lnTo>
                  <a:lnTo>
                    <a:pt x="309586" y="307201"/>
                  </a:lnTo>
                  <a:lnTo>
                    <a:pt x="312674" y="299700"/>
                  </a:lnTo>
                  <a:lnTo>
                    <a:pt x="312620" y="289770"/>
                  </a:lnTo>
                  <a:lnTo>
                    <a:pt x="308980" y="280849"/>
                  </a:lnTo>
                  <a:lnTo>
                    <a:pt x="306626" y="277281"/>
                  </a:lnTo>
                  <a:lnTo>
                    <a:pt x="303442" y="274414"/>
                  </a:lnTo>
                  <a:lnTo>
                    <a:pt x="299705" y="272451"/>
                  </a:lnTo>
                  <a:lnTo>
                    <a:pt x="293745" y="256945"/>
                  </a:lnTo>
                  <a:close/>
                </a:path>
                <a:path extrusionOk="0" h="320039" w="375920">
                  <a:moveTo>
                    <a:pt x="200429" y="156674"/>
                  </a:moveTo>
                  <a:lnTo>
                    <a:pt x="175375" y="156674"/>
                  </a:lnTo>
                  <a:lnTo>
                    <a:pt x="175376" y="231877"/>
                  </a:lnTo>
                  <a:lnTo>
                    <a:pt x="200429" y="231877"/>
                  </a:lnTo>
                  <a:lnTo>
                    <a:pt x="200429" y="156674"/>
                  </a:lnTo>
                  <a:close/>
                </a:path>
                <a:path extrusionOk="0" h="320039" w="375920">
                  <a:moveTo>
                    <a:pt x="50107" y="0"/>
                  </a:moveTo>
                  <a:lnTo>
                    <a:pt x="11476" y="1477"/>
                  </a:lnTo>
                  <a:lnTo>
                    <a:pt x="0" y="18800"/>
                  </a:lnTo>
                  <a:lnTo>
                    <a:pt x="1476" y="26118"/>
                  </a:lnTo>
                  <a:lnTo>
                    <a:pt x="5503" y="32094"/>
                  </a:lnTo>
                  <a:lnTo>
                    <a:pt x="11476" y="36124"/>
                  </a:lnTo>
                  <a:lnTo>
                    <a:pt x="18790" y="37601"/>
                  </a:lnTo>
                  <a:lnTo>
                    <a:pt x="31317" y="37601"/>
                  </a:lnTo>
                  <a:lnTo>
                    <a:pt x="31317" y="100542"/>
                  </a:lnTo>
                  <a:lnTo>
                    <a:pt x="33952" y="115444"/>
                  </a:lnTo>
                  <a:lnTo>
                    <a:pt x="41257" y="128225"/>
                  </a:lnTo>
                  <a:lnTo>
                    <a:pt x="52387" y="137857"/>
                  </a:lnTo>
                  <a:lnTo>
                    <a:pt x="66496" y="143315"/>
                  </a:lnTo>
                  <a:lnTo>
                    <a:pt x="70825" y="148882"/>
                  </a:lnTo>
                  <a:lnTo>
                    <a:pt x="76347" y="153083"/>
                  </a:lnTo>
                  <a:lnTo>
                    <a:pt x="82756" y="155739"/>
                  </a:lnTo>
                  <a:lnTo>
                    <a:pt x="89744" y="156674"/>
                  </a:lnTo>
                  <a:lnTo>
                    <a:pt x="286055" y="156674"/>
                  </a:lnTo>
                  <a:lnTo>
                    <a:pt x="293044" y="155739"/>
                  </a:lnTo>
                  <a:lnTo>
                    <a:pt x="299452" y="153083"/>
                  </a:lnTo>
                  <a:lnTo>
                    <a:pt x="304973" y="148882"/>
                  </a:lnTo>
                  <a:lnTo>
                    <a:pt x="309298" y="143315"/>
                  </a:lnTo>
                  <a:lnTo>
                    <a:pt x="323408" y="137857"/>
                  </a:lnTo>
                  <a:lnTo>
                    <a:pt x="334540" y="128225"/>
                  </a:lnTo>
                  <a:lnTo>
                    <a:pt x="341381" y="116262"/>
                  </a:lnTo>
                  <a:lnTo>
                    <a:pt x="65202" y="116262"/>
                  </a:lnTo>
                  <a:lnTo>
                    <a:pt x="59727" y="112915"/>
                  </a:lnTo>
                  <a:lnTo>
                    <a:pt x="56386" y="106961"/>
                  </a:lnTo>
                  <a:lnTo>
                    <a:pt x="56370" y="36447"/>
                  </a:lnTo>
                  <a:lnTo>
                    <a:pt x="63860" y="33815"/>
                  </a:lnTo>
                  <a:lnTo>
                    <a:pt x="68881" y="26744"/>
                  </a:lnTo>
                  <a:lnTo>
                    <a:pt x="68897" y="18800"/>
                  </a:lnTo>
                  <a:lnTo>
                    <a:pt x="67420" y="11483"/>
                  </a:lnTo>
                  <a:lnTo>
                    <a:pt x="63393" y="5507"/>
                  </a:lnTo>
                  <a:lnTo>
                    <a:pt x="57420" y="1477"/>
                  </a:lnTo>
                  <a:lnTo>
                    <a:pt x="50107" y="0"/>
                  </a:lnTo>
                  <a:close/>
                </a:path>
                <a:path extrusionOk="0" h="320039" w="375920">
                  <a:moveTo>
                    <a:pt x="286341" y="100543"/>
                  </a:moveTo>
                  <a:lnTo>
                    <a:pt x="89458" y="100543"/>
                  </a:lnTo>
                  <a:lnTo>
                    <a:pt x="65202" y="116262"/>
                  </a:lnTo>
                  <a:lnTo>
                    <a:pt x="310603" y="116262"/>
                  </a:lnTo>
                  <a:lnTo>
                    <a:pt x="306392" y="109757"/>
                  </a:lnTo>
                  <a:lnTo>
                    <a:pt x="300635" y="104792"/>
                  </a:lnTo>
                  <a:lnTo>
                    <a:pt x="293725" y="101622"/>
                  </a:lnTo>
                  <a:lnTo>
                    <a:pt x="286341" y="100543"/>
                  </a:lnTo>
                  <a:close/>
                </a:path>
                <a:path extrusionOk="0" h="320039" w="375920">
                  <a:moveTo>
                    <a:pt x="357015" y="0"/>
                  </a:moveTo>
                  <a:lnTo>
                    <a:pt x="318384" y="1477"/>
                  </a:lnTo>
                  <a:lnTo>
                    <a:pt x="306907" y="18801"/>
                  </a:lnTo>
                  <a:lnTo>
                    <a:pt x="306923" y="26744"/>
                  </a:lnTo>
                  <a:lnTo>
                    <a:pt x="311944" y="33815"/>
                  </a:lnTo>
                  <a:lnTo>
                    <a:pt x="319434" y="36447"/>
                  </a:lnTo>
                  <a:lnTo>
                    <a:pt x="319418" y="106961"/>
                  </a:lnTo>
                  <a:lnTo>
                    <a:pt x="316078" y="112915"/>
                  </a:lnTo>
                  <a:lnTo>
                    <a:pt x="310603" y="116262"/>
                  </a:lnTo>
                  <a:lnTo>
                    <a:pt x="341381" y="116262"/>
                  </a:lnTo>
                  <a:lnTo>
                    <a:pt x="341848" y="115445"/>
                  </a:lnTo>
                  <a:lnTo>
                    <a:pt x="344488" y="100543"/>
                  </a:lnTo>
                  <a:lnTo>
                    <a:pt x="344488" y="37601"/>
                  </a:lnTo>
                  <a:lnTo>
                    <a:pt x="357015" y="37601"/>
                  </a:lnTo>
                  <a:lnTo>
                    <a:pt x="364328" y="36124"/>
                  </a:lnTo>
                  <a:lnTo>
                    <a:pt x="370301" y="32094"/>
                  </a:lnTo>
                  <a:lnTo>
                    <a:pt x="374328" y="26118"/>
                  </a:lnTo>
                  <a:lnTo>
                    <a:pt x="375805" y="18801"/>
                  </a:lnTo>
                  <a:lnTo>
                    <a:pt x="374328" y="11483"/>
                  </a:lnTo>
                  <a:lnTo>
                    <a:pt x="370301" y="5507"/>
                  </a:lnTo>
                  <a:lnTo>
                    <a:pt x="364328" y="1477"/>
                  </a:lnTo>
                  <a:lnTo>
                    <a:pt x="357015"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9" name="Google Shape;579;p56"/>
          <p:cNvSpPr txBox="1"/>
          <p:nvPr/>
        </p:nvSpPr>
        <p:spPr>
          <a:xfrm>
            <a:off x="9949815" y="1120398"/>
            <a:ext cx="2089524" cy="566181"/>
          </a:xfrm>
          <a:prstGeom prst="rect">
            <a:avLst/>
          </a:prstGeom>
          <a:noFill/>
          <a:ln>
            <a:noFill/>
          </a:ln>
        </p:spPr>
        <p:txBody>
          <a:bodyPr anchorCtr="0" anchor="t" bIns="0" lIns="0" spcFirstLastPara="1" rIns="0" wrap="square" tIns="12050">
            <a:spAutoFit/>
          </a:bodyPr>
          <a:lstStyle/>
          <a:p>
            <a:pPr indent="0" lvl="0" marL="12700" marR="0" rtl="0" algn="ctr">
              <a:lnSpc>
                <a:spcPct val="100000"/>
              </a:lnSpc>
              <a:spcBef>
                <a:spcPts val="0"/>
              </a:spcBef>
              <a:spcAft>
                <a:spcPts val="0"/>
              </a:spcAft>
              <a:buClr>
                <a:srgbClr val="000000"/>
              </a:buClr>
              <a:buSzPts val="1200"/>
              <a:buFont typeface="Arial"/>
              <a:buNone/>
            </a:pPr>
            <a:r>
              <a:rPr b="0" i="0" lang="en-US" sz="1200" u="none" cap="none" strike="noStrike">
                <a:solidFill>
                  <a:srgbClr val="4F6128"/>
                </a:solidFill>
                <a:latin typeface="Arial"/>
                <a:ea typeface="Arial"/>
                <a:cs typeface="Arial"/>
                <a:sym typeface="Arial"/>
              </a:rPr>
              <a:t>Kekalahan Rusia menyebabkan 1 Kursi Part I diberikan kepada Part III</a:t>
            </a:r>
            <a:endParaRPr b="0" i="0" sz="1200" u="none" cap="none" strike="noStrike">
              <a:solidFill>
                <a:srgbClr val="4F6128"/>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cxnSp>
        <p:nvCxnSpPr>
          <p:cNvPr id="584" name="Google Shape;584;p6"/>
          <p:cNvCxnSpPr/>
          <p:nvPr/>
        </p:nvCxnSpPr>
        <p:spPr>
          <a:xfrm>
            <a:off x="8006983" y="2492944"/>
            <a:ext cx="0" cy="2415941"/>
          </a:xfrm>
          <a:prstGeom prst="straightConnector1">
            <a:avLst/>
          </a:prstGeom>
          <a:noFill/>
          <a:ln cap="flat" cmpd="sng" w="28575">
            <a:solidFill>
              <a:schemeClr val="dk1"/>
            </a:solidFill>
            <a:prstDash val="solid"/>
            <a:round/>
            <a:headEnd len="sm" w="sm" type="none"/>
            <a:tailEnd len="sm" w="sm" type="none"/>
          </a:ln>
          <a:effectLst>
            <a:outerShdw blurRad="40000" rotWithShape="0" dir="5400000" dist="20000">
              <a:srgbClr val="000000">
                <a:alpha val="37254"/>
              </a:srgbClr>
            </a:outerShdw>
          </a:effectLst>
        </p:spPr>
      </p:cxnSp>
      <p:sp>
        <p:nvSpPr>
          <p:cNvPr id="585" name="Google Shape;585;p6"/>
          <p:cNvSpPr txBox="1"/>
          <p:nvPr/>
        </p:nvSpPr>
        <p:spPr>
          <a:xfrm>
            <a:off x="350088" y="771960"/>
            <a:ext cx="1761424" cy="3508653"/>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800"/>
              <a:buFont typeface="Barlow"/>
              <a:buNone/>
            </a:pPr>
            <a:r>
              <a:rPr b="1" i="0" lang="en-US" sz="1800" u="none" cap="none" strike="noStrike">
                <a:solidFill>
                  <a:srgbClr val="222222"/>
                </a:solidFill>
                <a:latin typeface="Barlow"/>
                <a:ea typeface="Barlow"/>
                <a:cs typeface="Barlow"/>
                <a:sym typeface="Barlow"/>
              </a:rPr>
              <a:t>PART I</a:t>
            </a:r>
            <a:r>
              <a:rPr b="0" i="0" lang="en-US" sz="1800" u="none" cap="none" strike="noStrike">
                <a:solidFill>
                  <a:srgbClr val="222222"/>
                </a:solidFill>
                <a:latin typeface="Barlow"/>
                <a:ea typeface="Barlow"/>
                <a:cs typeface="Barlow"/>
                <a:sym typeface="Barlo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222222"/>
              </a:buClr>
              <a:buSzPts val="1400"/>
              <a:buFont typeface="Barlow"/>
              <a:buNone/>
            </a:pPr>
            <a:r>
              <a:rPr b="0" i="0" lang="en-US" sz="1400" u="none" cap="none" strike="noStrike">
                <a:solidFill>
                  <a:srgbClr val="222222"/>
                </a:solidFill>
                <a:latin typeface="Barlow"/>
                <a:ea typeface="Barlow"/>
                <a:cs typeface="Barlow"/>
                <a:sym typeface="Barlow"/>
              </a:rPr>
              <a:t>States of chief importance in air transport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rgbClr val="222222"/>
                </a:solidFill>
                <a:latin typeface="Barlow"/>
                <a:ea typeface="Barlow"/>
                <a:cs typeface="Barlow"/>
                <a:sym typeface="Barlow"/>
              </a:rPr>
            </a:br>
            <a:r>
              <a:rPr b="0" i="0" lang="en-US" sz="1800" u="none" cap="none" strike="noStrike">
                <a:solidFill>
                  <a:srgbClr val="222222"/>
                </a:solidFill>
                <a:highlight>
                  <a:srgbClr val="00FFFF"/>
                </a:highlight>
                <a:latin typeface="Barlow"/>
                <a:ea typeface="Barlow"/>
                <a:cs typeface="Barlow"/>
                <a:sym typeface="Barlow"/>
              </a:rPr>
              <a:t>Australia, </a:t>
            </a:r>
            <a:r>
              <a:rPr b="0" i="0" lang="en-US" sz="1800" u="none" cap="none" strike="noStrike">
                <a:solidFill>
                  <a:srgbClr val="222222"/>
                </a:solidFill>
                <a:highlight>
                  <a:srgbClr val="00FF00"/>
                </a:highlight>
                <a:latin typeface="Barlow"/>
                <a:ea typeface="Barlow"/>
                <a:cs typeface="Barlow"/>
                <a:sym typeface="Barlow"/>
              </a:rPr>
              <a:t>Brazil, </a:t>
            </a:r>
            <a:r>
              <a:rPr b="0" i="0" lang="en-US" sz="1800" u="none" cap="none" strike="noStrike">
                <a:solidFill>
                  <a:srgbClr val="222222"/>
                </a:solidFill>
                <a:highlight>
                  <a:srgbClr val="C0C0C0"/>
                </a:highlight>
                <a:latin typeface="Barlow"/>
                <a:ea typeface="Barlow"/>
                <a:cs typeface="Barlow"/>
                <a:sym typeface="Barlow"/>
              </a:rPr>
              <a:t>Canada, </a:t>
            </a:r>
            <a:r>
              <a:rPr b="0" i="0" lang="en-US" sz="1800" u="none" cap="none" strike="noStrike">
                <a:solidFill>
                  <a:srgbClr val="222222"/>
                </a:solidFill>
                <a:highlight>
                  <a:srgbClr val="00FFFF"/>
                </a:highlight>
                <a:latin typeface="Barlow"/>
                <a:ea typeface="Barlow"/>
                <a:cs typeface="Barlow"/>
                <a:sym typeface="Barlow"/>
              </a:rPr>
              <a:t>China, </a:t>
            </a:r>
            <a:r>
              <a:rPr b="0" i="0" lang="en-US" sz="1800" u="none" cap="none" strike="noStrike">
                <a:solidFill>
                  <a:srgbClr val="222222"/>
                </a:solidFill>
                <a:highlight>
                  <a:srgbClr val="FF00FF"/>
                </a:highlight>
                <a:latin typeface="Barlow"/>
                <a:ea typeface="Barlow"/>
                <a:cs typeface="Barlow"/>
                <a:sym typeface="Barlow"/>
              </a:rPr>
              <a:t>France, Germany, Italy, </a:t>
            </a:r>
            <a:r>
              <a:rPr b="0" i="0" lang="en-US" sz="1800" u="none" cap="none" strike="noStrike">
                <a:solidFill>
                  <a:srgbClr val="222222"/>
                </a:solidFill>
                <a:highlight>
                  <a:srgbClr val="00FFFF"/>
                </a:highlight>
                <a:latin typeface="Barlow"/>
                <a:ea typeface="Barlow"/>
                <a:cs typeface="Barlow"/>
                <a:sym typeface="Barlow"/>
              </a:rPr>
              <a:t>Japan</a:t>
            </a:r>
            <a:r>
              <a:rPr b="0" i="0" lang="en-US" sz="1800" u="none" cap="none" strike="noStrike">
                <a:solidFill>
                  <a:srgbClr val="222222"/>
                </a:solidFill>
                <a:latin typeface="Barlow"/>
                <a:ea typeface="Barlow"/>
                <a:cs typeface="Barlow"/>
                <a:sym typeface="Barlow"/>
              </a:rPr>
              <a:t>, </a:t>
            </a:r>
            <a:r>
              <a:rPr b="0" i="0" lang="en-US" sz="1800" u="none" cap="none" strike="noStrike">
                <a:solidFill>
                  <a:srgbClr val="222222"/>
                </a:solidFill>
                <a:highlight>
                  <a:srgbClr val="FF00FF"/>
                </a:highlight>
                <a:latin typeface="Barlow"/>
                <a:ea typeface="Barlow"/>
                <a:cs typeface="Barlow"/>
                <a:sym typeface="Barlow"/>
              </a:rPr>
              <a:t>the United Kingdom, </a:t>
            </a:r>
            <a:r>
              <a:rPr b="0" i="0" lang="en-US" sz="1800" u="none" cap="none" strike="noStrike">
                <a:solidFill>
                  <a:srgbClr val="222222"/>
                </a:solidFill>
                <a:latin typeface="Barlow"/>
                <a:ea typeface="Barlow"/>
                <a:cs typeface="Barlow"/>
                <a:sym typeface="Barlow"/>
              </a:rPr>
              <a:t> </a:t>
            </a:r>
            <a:r>
              <a:rPr b="0" i="0" lang="en-US" sz="1800" u="none" cap="none" strike="noStrike">
                <a:solidFill>
                  <a:srgbClr val="222222"/>
                </a:solidFill>
                <a:highlight>
                  <a:srgbClr val="C0C0C0"/>
                </a:highlight>
                <a:latin typeface="Barlow"/>
                <a:ea typeface="Barlow"/>
                <a:cs typeface="Barlow"/>
                <a:sym typeface="Barlow"/>
              </a:rPr>
              <a:t>the United States</a:t>
            </a:r>
            <a:r>
              <a:rPr b="0" i="0" lang="en-US" sz="1800" u="none" cap="none" strike="noStrike">
                <a:solidFill>
                  <a:srgbClr val="222222"/>
                </a:solidFill>
                <a:latin typeface="Barlow"/>
                <a:ea typeface="Barlow"/>
                <a:cs typeface="Barlow"/>
                <a:sym typeface="Barlow"/>
              </a:rPr>
              <a:t>.</a:t>
            </a:r>
            <a:endParaRPr b="0" i="0" sz="1400" u="none" cap="none" strike="noStrike">
              <a:solidFill>
                <a:srgbClr val="000000"/>
              </a:solidFill>
              <a:latin typeface="Arial"/>
              <a:ea typeface="Arial"/>
              <a:cs typeface="Arial"/>
              <a:sym typeface="Arial"/>
            </a:endParaRPr>
          </a:p>
        </p:txBody>
      </p:sp>
      <p:sp>
        <p:nvSpPr>
          <p:cNvPr id="586" name="Google Shape;586;p6"/>
          <p:cNvSpPr txBox="1"/>
          <p:nvPr/>
        </p:nvSpPr>
        <p:spPr>
          <a:xfrm>
            <a:off x="2467648" y="771961"/>
            <a:ext cx="2151245" cy="3877985"/>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800"/>
              <a:buFont typeface="Barlow"/>
              <a:buNone/>
            </a:pPr>
            <a:r>
              <a:rPr b="1" i="0" lang="en-US" sz="1800" u="none" cap="none" strike="noStrike">
                <a:solidFill>
                  <a:srgbClr val="222222"/>
                </a:solidFill>
                <a:latin typeface="Barlow"/>
                <a:ea typeface="Barlow"/>
                <a:cs typeface="Barlow"/>
                <a:sym typeface="Barlow"/>
              </a:rPr>
              <a:t>PART II </a:t>
            </a:r>
            <a:endParaRPr b="0" i="0" sz="18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222222"/>
              </a:buClr>
              <a:buSzPts val="1400"/>
              <a:buFont typeface="Barlow"/>
              <a:buNone/>
            </a:pPr>
            <a:r>
              <a:rPr b="0" i="0" lang="en-US" sz="1400" u="none" cap="none" strike="noStrike">
                <a:solidFill>
                  <a:srgbClr val="222222"/>
                </a:solidFill>
                <a:latin typeface="Barlow"/>
                <a:ea typeface="Barlow"/>
                <a:cs typeface="Barlow"/>
                <a:sym typeface="Barlow"/>
              </a:rPr>
              <a:t>States which make the largest contribution to the provision of facilities for international civil air navigation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00"/>
                </a:highlight>
                <a:latin typeface="Barlow"/>
                <a:ea typeface="Barlow"/>
                <a:cs typeface="Barlow"/>
                <a:sym typeface="Barlow"/>
              </a:rPr>
              <a:t>Argentina, Colombia, </a:t>
            </a:r>
            <a:r>
              <a:rPr b="0" i="0" lang="en-US" sz="1800" u="none" cap="none" strike="noStrike">
                <a:solidFill>
                  <a:srgbClr val="222222"/>
                </a:solidFill>
                <a:highlight>
                  <a:srgbClr val="FF00FF"/>
                </a:highlight>
                <a:latin typeface="Barlow"/>
                <a:ea typeface="Barlow"/>
                <a:cs typeface="Barlow"/>
                <a:sym typeface="Barlow"/>
              </a:rPr>
              <a:t>Denmark, </a:t>
            </a:r>
            <a:r>
              <a:rPr b="0" i="0" lang="en-US" sz="1800" u="none" cap="none" strike="noStrike">
                <a:solidFill>
                  <a:srgbClr val="222222"/>
                </a:solidFill>
                <a:highlight>
                  <a:srgbClr val="008000"/>
                </a:highlight>
                <a:latin typeface="Barlow"/>
                <a:ea typeface="Barlow"/>
                <a:cs typeface="Barlow"/>
                <a:sym typeface="Barlow"/>
              </a:rPr>
              <a:t>Egypt, </a:t>
            </a:r>
            <a:r>
              <a:rPr b="0" i="0" lang="en-US" sz="1800" u="none" cap="none" strike="noStrike">
                <a:solidFill>
                  <a:srgbClr val="222222"/>
                </a:solidFill>
                <a:highlight>
                  <a:srgbClr val="00FFFF"/>
                </a:highlight>
                <a:latin typeface="Barlow"/>
                <a:ea typeface="Barlow"/>
                <a:cs typeface="Barlow"/>
                <a:sym typeface="Barlow"/>
              </a:rPr>
              <a:t>India, </a:t>
            </a:r>
            <a:r>
              <a:rPr b="0" i="0" lang="en-US" sz="1800" u="none" cap="none" strike="noStrike">
                <a:solidFill>
                  <a:srgbClr val="222222"/>
                </a:solidFill>
                <a:highlight>
                  <a:srgbClr val="00FF00"/>
                </a:highlight>
                <a:latin typeface="Barlow"/>
                <a:ea typeface="Barlow"/>
                <a:cs typeface="Barlow"/>
                <a:sym typeface="Barlow"/>
              </a:rPr>
              <a:t>Mexico</a:t>
            </a:r>
            <a:r>
              <a:rPr b="0" i="0" lang="en-US" sz="1800" u="none" cap="none" strike="noStrike">
                <a:solidFill>
                  <a:srgbClr val="222222"/>
                </a:solidFill>
                <a:latin typeface="Barlow"/>
                <a:ea typeface="Barlow"/>
                <a:cs typeface="Barlow"/>
                <a:sym typeface="Barlow"/>
              </a:rPr>
              <a:t>, </a:t>
            </a:r>
            <a:r>
              <a:rPr b="0" i="0" lang="en-US" sz="1800" u="none" cap="none" strike="noStrike">
                <a:solidFill>
                  <a:srgbClr val="222222"/>
                </a:solidFill>
                <a:highlight>
                  <a:srgbClr val="FFFF00"/>
                </a:highlight>
                <a:latin typeface="Barlow"/>
                <a:ea typeface="Barlow"/>
                <a:cs typeface="Barlow"/>
                <a:sym typeface="Barlow"/>
              </a:rPr>
              <a:t>Nigeria</a:t>
            </a:r>
            <a:r>
              <a:rPr b="0" i="0" lang="en-US" sz="1800" u="none" cap="none" strike="noStrike">
                <a:solidFill>
                  <a:srgbClr val="222222"/>
                </a:solidFill>
                <a:latin typeface="Barlow"/>
                <a:ea typeface="Barlow"/>
                <a:cs typeface="Barlow"/>
                <a:sym typeface="Barlow"/>
              </a:rPr>
              <a:t>,</a:t>
            </a:r>
            <a:r>
              <a:rPr b="0" i="0" lang="en-US" sz="1800" u="none" cap="none" strike="noStrike">
                <a:solidFill>
                  <a:srgbClr val="222222"/>
                </a:solidFill>
                <a:highlight>
                  <a:srgbClr val="008000"/>
                </a:highlight>
                <a:latin typeface="Barlow"/>
                <a:ea typeface="Barlow"/>
                <a:cs typeface="Barlow"/>
                <a:sym typeface="Barlow"/>
              </a:rPr>
              <a:t> Saudi Arabia, </a:t>
            </a:r>
            <a:r>
              <a:rPr b="0" i="0" lang="en-US" sz="1800" u="none" cap="none" strike="noStrike">
                <a:solidFill>
                  <a:srgbClr val="222222"/>
                </a:solidFill>
                <a:highlight>
                  <a:srgbClr val="00FFFF"/>
                </a:highlight>
                <a:latin typeface="Barlow"/>
                <a:ea typeface="Barlow"/>
                <a:cs typeface="Barlow"/>
                <a:sym typeface="Barlow"/>
              </a:rPr>
              <a:t>Singapore, </a:t>
            </a:r>
            <a:r>
              <a:rPr b="0" i="0" lang="en-US" sz="1800" u="none" cap="none" strike="noStrike">
                <a:solidFill>
                  <a:srgbClr val="222222"/>
                </a:solidFill>
                <a:highlight>
                  <a:srgbClr val="FFFF00"/>
                </a:highlight>
                <a:latin typeface="Barlow"/>
                <a:ea typeface="Barlow"/>
                <a:cs typeface="Barlow"/>
                <a:sym typeface="Barlow"/>
              </a:rPr>
              <a:t>South Africa</a:t>
            </a:r>
            <a:r>
              <a:rPr b="0" i="0" lang="en-US" sz="1800" u="none" cap="none" strike="noStrike">
                <a:solidFill>
                  <a:srgbClr val="222222"/>
                </a:solidFill>
                <a:latin typeface="Barlow"/>
                <a:ea typeface="Barlow"/>
                <a:cs typeface="Barlow"/>
                <a:sym typeface="Barlow"/>
              </a:rPr>
              <a:t>, </a:t>
            </a:r>
            <a:r>
              <a:rPr b="0" i="0" lang="en-US" sz="1800" u="none" cap="none" strike="noStrike">
                <a:solidFill>
                  <a:srgbClr val="222222"/>
                </a:solidFill>
                <a:highlight>
                  <a:srgbClr val="FF00FF"/>
                </a:highlight>
                <a:latin typeface="Barlow"/>
                <a:ea typeface="Barlow"/>
                <a:cs typeface="Barlow"/>
                <a:sym typeface="Barlow"/>
              </a:rPr>
              <a:t>Spain</a:t>
            </a:r>
            <a:r>
              <a:rPr b="0" i="0" lang="en-US" sz="1800" u="none" cap="none" strike="noStrike">
                <a:solidFill>
                  <a:srgbClr val="222222"/>
                </a:solidFill>
                <a:latin typeface="Barlow"/>
                <a:ea typeface="Barlow"/>
                <a:cs typeface="Barlow"/>
                <a:sym typeface="Barlow"/>
              </a:rPr>
              <a:t>, </a:t>
            </a:r>
            <a:r>
              <a:rPr b="0" i="0" lang="en-US" sz="1800" u="none" cap="none" strike="noStrike">
                <a:solidFill>
                  <a:srgbClr val="222222"/>
                </a:solidFill>
                <a:highlight>
                  <a:srgbClr val="FF00FF"/>
                </a:highlight>
                <a:latin typeface="Barlow"/>
                <a:ea typeface="Barlow"/>
                <a:cs typeface="Barlow"/>
                <a:sym typeface="Barlow"/>
              </a:rPr>
              <a:t>Switzerland.</a:t>
            </a:r>
            <a:endParaRPr b="0" i="0" sz="1400" u="none" cap="none" strike="noStrike">
              <a:solidFill>
                <a:srgbClr val="000000"/>
              </a:solidFill>
              <a:latin typeface="Arial"/>
              <a:ea typeface="Arial"/>
              <a:cs typeface="Arial"/>
              <a:sym typeface="Arial"/>
            </a:endParaRPr>
          </a:p>
        </p:txBody>
      </p:sp>
      <p:sp>
        <p:nvSpPr>
          <p:cNvPr id="587" name="Google Shape;587;p6"/>
          <p:cNvSpPr txBox="1"/>
          <p:nvPr/>
        </p:nvSpPr>
        <p:spPr>
          <a:xfrm>
            <a:off x="4847492" y="771960"/>
            <a:ext cx="2064618" cy="5170646"/>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800"/>
              <a:buFont typeface="Barlow"/>
              <a:buNone/>
            </a:pPr>
            <a:r>
              <a:rPr b="1" i="0" lang="en-US" sz="1800" u="none" cap="none" strike="noStrike">
                <a:solidFill>
                  <a:srgbClr val="222222"/>
                </a:solidFill>
                <a:latin typeface="Barlow"/>
                <a:ea typeface="Barlow"/>
                <a:cs typeface="Barlow"/>
                <a:sym typeface="Barlow"/>
              </a:rPr>
              <a:t>PART III </a:t>
            </a:r>
            <a:endParaRPr b="0" i="0" sz="18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222222"/>
              </a:buClr>
              <a:buSzPts val="1400"/>
              <a:buFont typeface="Barlow"/>
              <a:buNone/>
            </a:pPr>
            <a:r>
              <a:rPr b="0" i="0" lang="en-US" sz="1400" u="none" cap="none" strike="noStrike">
                <a:solidFill>
                  <a:srgbClr val="222222"/>
                </a:solidFill>
                <a:latin typeface="Barlow"/>
                <a:ea typeface="Barlow"/>
                <a:cs typeface="Barlow"/>
                <a:sym typeface="Barlow"/>
              </a:rPr>
              <a:t>States ensuring geographic representation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222222"/>
              </a:buClr>
              <a:buSzPts val="1800"/>
              <a:buFont typeface="Barlow"/>
              <a:buNone/>
            </a:pPr>
            <a:br>
              <a:rPr b="0" i="0" lang="en-US" sz="1800" u="none" cap="none" strike="noStrike">
                <a:solidFill>
                  <a:srgbClr val="222222"/>
                </a:solidFill>
                <a:latin typeface="Barlow"/>
                <a:ea typeface="Barlow"/>
                <a:cs typeface="Barlow"/>
                <a:sym typeface="Barlow"/>
              </a:rPr>
            </a:br>
            <a:r>
              <a:rPr b="0" i="0" lang="en-US" sz="1800" u="none" cap="none" strike="noStrike">
                <a:solidFill>
                  <a:srgbClr val="222222"/>
                </a:solidFill>
                <a:highlight>
                  <a:srgbClr val="FFFF00"/>
                </a:highlight>
                <a:latin typeface="Barlow"/>
                <a:ea typeface="Barlow"/>
                <a:cs typeface="Barlow"/>
                <a:sym typeface="Barlow"/>
              </a:rPr>
              <a:t>Angola,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FF00"/>
                </a:highlight>
                <a:latin typeface="Barlow"/>
                <a:ea typeface="Barlow"/>
                <a:cs typeface="Barlow"/>
                <a:sym typeface="Barlow"/>
              </a:rPr>
              <a:t>Equatorial Guinea,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FF00"/>
                </a:highlight>
                <a:latin typeface="Barlow"/>
                <a:ea typeface="Barlow"/>
                <a:cs typeface="Barlow"/>
                <a:sym typeface="Barlow"/>
              </a:rPr>
              <a:t>Mali, Uganda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00"/>
                </a:highlight>
                <a:latin typeface="Barlow"/>
                <a:ea typeface="Barlow"/>
                <a:cs typeface="Barlow"/>
                <a:sym typeface="Barlow"/>
              </a:rPr>
              <a:t>Belize, Cuba, Ecuador, Uruguay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8000"/>
                </a:highlight>
                <a:latin typeface="Barlow"/>
                <a:ea typeface="Barlow"/>
                <a:cs typeface="Barlow"/>
                <a:sym typeface="Barlow"/>
              </a:rPr>
              <a:t>Morocco, Qatar, UAE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00FF"/>
                </a:highlight>
                <a:latin typeface="Barlow"/>
                <a:ea typeface="Barlow"/>
                <a:cs typeface="Barlow"/>
                <a:sym typeface="Barlow"/>
              </a:rPr>
              <a:t>Poland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FF"/>
                </a:highlight>
                <a:latin typeface="Barlow"/>
                <a:ea typeface="Barlow"/>
                <a:cs typeface="Barlow"/>
                <a:sym typeface="Barlow"/>
              </a:rPr>
              <a:t>Malaysia, RoKorea</a:t>
            </a:r>
            <a:endParaRPr b="0" i="0" sz="1800" u="none" cap="none" strike="noStrike">
              <a:solidFill>
                <a:srgbClr val="222222"/>
              </a:solidFill>
              <a:highlight>
                <a:srgbClr val="00FFFF"/>
              </a:highlight>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latin typeface="Barlow"/>
              <a:ea typeface="Barlow"/>
              <a:cs typeface="Barlow"/>
              <a:sym typeface="Barlow"/>
            </a:endParaRPr>
          </a:p>
        </p:txBody>
      </p:sp>
      <p:sp>
        <p:nvSpPr>
          <p:cNvPr id="588" name="Google Shape;588;p6"/>
          <p:cNvSpPr txBox="1"/>
          <p:nvPr/>
        </p:nvSpPr>
        <p:spPr>
          <a:xfrm>
            <a:off x="1541216" y="6073497"/>
            <a:ext cx="2064618" cy="646331"/>
          </a:xfrm>
          <a:prstGeom prst="rect">
            <a:avLst/>
          </a:prstGeom>
          <a:solidFill>
            <a:srgbClr val="8CB3E3"/>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222222"/>
                </a:solidFill>
                <a:latin typeface="Barlow"/>
                <a:ea typeface="Barlow"/>
                <a:cs typeface="Barlow"/>
                <a:sym typeface="Barlow"/>
              </a:rPr>
              <a:t>Bukan Kompetitor Indonesia (saat ini)</a:t>
            </a:r>
            <a:endParaRPr b="0" i="0" sz="1400" u="none" cap="none" strike="noStrike">
              <a:solidFill>
                <a:srgbClr val="000000"/>
              </a:solidFill>
              <a:latin typeface="Arial"/>
              <a:ea typeface="Arial"/>
              <a:cs typeface="Arial"/>
              <a:sym typeface="Arial"/>
            </a:endParaRPr>
          </a:p>
        </p:txBody>
      </p:sp>
      <p:cxnSp>
        <p:nvCxnSpPr>
          <p:cNvPr id="589" name="Google Shape;589;p6"/>
          <p:cNvCxnSpPr>
            <a:stCxn id="585" idx="2"/>
          </p:cNvCxnSpPr>
          <p:nvPr/>
        </p:nvCxnSpPr>
        <p:spPr>
          <a:xfrm>
            <a:off x="1230800" y="4280613"/>
            <a:ext cx="0" cy="2115900"/>
          </a:xfrm>
          <a:prstGeom prst="straightConnector1">
            <a:avLst/>
          </a:prstGeom>
          <a:noFill/>
          <a:ln cap="flat" cmpd="sng" w="28575">
            <a:solidFill>
              <a:schemeClr val="dk1"/>
            </a:solidFill>
            <a:prstDash val="solid"/>
            <a:round/>
            <a:headEnd len="sm" w="sm" type="none"/>
            <a:tailEnd len="sm" w="sm" type="none"/>
          </a:ln>
          <a:effectLst>
            <a:outerShdw blurRad="40000" rotWithShape="0" dir="5400000" dist="20000">
              <a:srgbClr val="000000">
                <a:alpha val="37254"/>
              </a:srgbClr>
            </a:outerShdw>
          </a:effectLst>
        </p:spPr>
      </p:cxnSp>
      <p:cxnSp>
        <p:nvCxnSpPr>
          <p:cNvPr id="590" name="Google Shape;590;p6"/>
          <p:cNvCxnSpPr>
            <a:endCxn id="588" idx="1"/>
          </p:cNvCxnSpPr>
          <p:nvPr/>
        </p:nvCxnSpPr>
        <p:spPr>
          <a:xfrm>
            <a:off x="1230716" y="6396663"/>
            <a:ext cx="310500" cy="0"/>
          </a:xfrm>
          <a:prstGeom prst="straightConnector1">
            <a:avLst/>
          </a:prstGeom>
          <a:noFill/>
          <a:ln cap="flat" cmpd="sng" w="28575">
            <a:solidFill>
              <a:schemeClr val="dk1"/>
            </a:solidFill>
            <a:prstDash val="solid"/>
            <a:round/>
            <a:headEnd len="sm" w="sm" type="none"/>
            <a:tailEnd len="sm" w="sm" type="none"/>
          </a:ln>
          <a:effectLst>
            <a:outerShdw blurRad="40000" rotWithShape="0" dir="5400000" dist="20000">
              <a:srgbClr val="000000">
                <a:alpha val="37254"/>
              </a:srgbClr>
            </a:outerShdw>
          </a:effectLst>
        </p:spPr>
      </p:cxnSp>
      <p:sp>
        <p:nvSpPr>
          <p:cNvPr id="591" name="Google Shape;591;p6"/>
          <p:cNvSpPr txBox="1"/>
          <p:nvPr/>
        </p:nvSpPr>
        <p:spPr>
          <a:xfrm>
            <a:off x="350088" y="214782"/>
            <a:ext cx="462493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22222"/>
                </a:solidFill>
                <a:latin typeface="Barlow"/>
                <a:ea typeface="Barlow"/>
                <a:cs typeface="Barlow"/>
                <a:sym typeface="Barlow"/>
              </a:rPr>
              <a:t>DEWAN ICAO 2025 – 2028 (Terpilih 2025)</a:t>
            </a:r>
            <a:endParaRPr b="0" i="0" sz="1800" u="none" cap="none" strike="noStrike">
              <a:solidFill>
                <a:srgbClr val="222222"/>
              </a:solidFill>
              <a:latin typeface="Barlow"/>
              <a:ea typeface="Barlow"/>
              <a:cs typeface="Barlow"/>
              <a:sym typeface="Barlow"/>
            </a:endParaRPr>
          </a:p>
        </p:txBody>
      </p:sp>
      <p:cxnSp>
        <p:nvCxnSpPr>
          <p:cNvPr id="592" name="Google Shape;592;p6"/>
          <p:cNvCxnSpPr/>
          <p:nvPr/>
        </p:nvCxnSpPr>
        <p:spPr>
          <a:xfrm>
            <a:off x="3605834" y="6396661"/>
            <a:ext cx="310416" cy="1"/>
          </a:xfrm>
          <a:prstGeom prst="straightConnector1">
            <a:avLst/>
          </a:prstGeom>
          <a:noFill/>
          <a:ln cap="flat" cmpd="sng" w="28575">
            <a:solidFill>
              <a:schemeClr val="dk1"/>
            </a:solidFill>
            <a:prstDash val="solid"/>
            <a:round/>
            <a:headEnd len="sm" w="sm" type="none"/>
            <a:tailEnd len="sm" w="sm" type="none"/>
          </a:ln>
          <a:effectLst>
            <a:outerShdw blurRad="40000" rotWithShape="0" dir="5400000" dist="20000">
              <a:srgbClr val="000000">
                <a:alpha val="37254"/>
              </a:srgbClr>
            </a:outerShdw>
          </a:effectLst>
        </p:spPr>
      </p:cxnSp>
      <p:cxnSp>
        <p:nvCxnSpPr>
          <p:cNvPr id="593" name="Google Shape;593;p6"/>
          <p:cNvCxnSpPr/>
          <p:nvPr/>
        </p:nvCxnSpPr>
        <p:spPr>
          <a:xfrm>
            <a:off x="3905021" y="4649946"/>
            <a:ext cx="0" cy="1746715"/>
          </a:xfrm>
          <a:prstGeom prst="straightConnector1">
            <a:avLst/>
          </a:prstGeom>
          <a:noFill/>
          <a:ln cap="flat" cmpd="sng" w="28575">
            <a:solidFill>
              <a:schemeClr val="dk1"/>
            </a:solidFill>
            <a:prstDash val="solid"/>
            <a:round/>
            <a:headEnd len="sm" w="sm" type="none"/>
            <a:tailEnd len="sm" w="sm" type="none"/>
          </a:ln>
          <a:effectLst>
            <a:outerShdw blurRad="40000" rotWithShape="0" dir="5400000" dist="20000">
              <a:srgbClr val="000000">
                <a:alpha val="37254"/>
              </a:srgbClr>
            </a:outerShdw>
          </a:effectLst>
        </p:spPr>
      </p:cxnSp>
      <p:cxnSp>
        <p:nvCxnSpPr>
          <p:cNvPr id="594" name="Google Shape;594;p6"/>
          <p:cNvCxnSpPr/>
          <p:nvPr/>
        </p:nvCxnSpPr>
        <p:spPr>
          <a:xfrm>
            <a:off x="4847492" y="5184808"/>
            <a:ext cx="2064618" cy="0"/>
          </a:xfrm>
          <a:prstGeom prst="straightConnector1">
            <a:avLst/>
          </a:prstGeom>
          <a:noFill/>
          <a:ln cap="flat" cmpd="sng" w="28575">
            <a:solidFill>
              <a:schemeClr val="dk1"/>
            </a:solidFill>
            <a:prstDash val="dash"/>
            <a:round/>
            <a:headEnd len="sm" w="sm" type="none"/>
            <a:tailEnd len="sm" w="sm" type="none"/>
          </a:ln>
          <a:effectLst>
            <a:outerShdw blurRad="40000" rotWithShape="0" dir="5400000" dist="20000">
              <a:srgbClr val="000000">
                <a:alpha val="37254"/>
              </a:srgbClr>
            </a:outerShdw>
          </a:effectLst>
        </p:spPr>
      </p:cxnSp>
      <p:cxnSp>
        <p:nvCxnSpPr>
          <p:cNvPr id="595" name="Google Shape;595;p6"/>
          <p:cNvCxnSpPr/>
          <p:nvPr/>
        </p:nvCxnSpPr>
        <p:spPr>
          <a:xfrm>
            <a:off x="4847492" y="4547936"/>
            <a:ext cx="2064618" cy="0"/>
          </a:xfrm>
          <a:prstGeom prst="straightConnector1">
            <a:avLst/>
          </a:prstGeom>
          <a:noFill/>
          <a:ln cap="flat" cmpd="sng" w="28575">
            <a:solidFill>
              <a:schemeClr val="dk1"/>
            </a:solidFill>
            <a:prstDash val="dash"/>
            <a:round/>
            <a:headEnd len="sm" w="sm" type="none"/>
            <a:tailEnd len="sm" w="sm" type="none"/>
          </a:ln>
          <a:effectLst>
            <a:outerShdw blurRad="40000" rotWithShape="0" dir="5400000" dist="20000">
              <a:srgbClr val="000000">
                <a:alpha val="37254"/>
              </a:srgbClr>
            </a:outerShdw>
          </a:effectLst>
        </p:spPr>
      </p:cxnSp>
      <p:cxnSp>
        <p:nvCxnSpPr>
          <p:cNvPr id="596" name="Google Shape;596;p6"/>
          <p:cNvCxnSpPr/>
          <p:nvPr/>
        </p:nvCxnSpPr>
        <p:spPr>
          <a:xfrm>
            <a:off x="4847492" y="3737810"/>
            <a:ext cx="2064618" cy="0"/>
          </a:xfrm>
          <a:prstGeom prst="straightConnector1">
            <a:avLst/>
          </a:prstGeom>
          <a:noFill/>
          <a:ln cap="flat" cmpd="sng" w="28575">
            <a:solidFill>
              <a:schemeClr val="dk1"/>
            </a:solidFill>
            <a:prstDash val="dash"/>
            <a:round/>
            <a:headEnd len="sm" w="sm" type="none"/>
            <a:tailEnd len="sm" w="sm" type="none"/>
          </a:ln>
          <a:effectLst>
            <a:outerShdw blurRad="40000" rotWithShape="0" dir="5400000" dist="20000">
              <a:srgbClr val="000000">
                <a:alpha val="37254"/>
              </a:srgbClr>
            </a:outerShdw>
          </a:effectLst>
        </p:spPr>
      </p:cxnSp>
      <p:cxnSp>
        <p:nvCxnSpPr>
          <p:cNvPr id="597" name="Google Shape;597;p6"/>
          <p:cNvCxnSpPr/>
          <p:nvPr/>
        </p:nvCxnSpPr>
        <p:spPr>
          <a:xfrm>
            <a:off x="4847492" y="2911007"/>
            <a:ext cx="2064618" cy="0"/>
          </a:xfrm>
          <a:prstGeom prst="straightConnector1">
            <a:avLst/>
          </a:prstGeom>
          <a:noFill/>
          <a:ln cap="flat" cmpd="sng" w="28575">
            <a:solidFill>
              <a:schemeClr val="dk1"/>
            </a:solidFill>
            <a:prstDash val="dash"/>
            <a:round/>
            <a:headEnd len="sm" w="sm" type="none"/>
            <a:tailEnd len="sm" w="sm" type="none"/>
          </a:ln>
          <a:effectLst>
            <a:outerShdw blurRad="40000" rotWithShape="0" dir="5400000" dist="20000">
              <a:srgbClr val="000000">
                <a:alpha val="37254"/>
              </a:srgbClr>
            </a:outerShdw>
          </a:effectLst>
        </p:spPr>
      </p:cxnSp>
      <p:sp>
        <p:nvSpPr>
          <p:cNvPr id="598" name="Google Shape;598;p6"/>
          <p:cNvSpPr txBox="1"/>
          <p:nvPr/>
        </p:nvSpPr>
        <p:spPr>
          <a:xfrm>
            <a:off x="4847492" y="6078796"/>
            <a:ext cx="2064618" cy="646331"/>
          </a:xfrm>
          <a:prstGeom prst="rect">
            <a:avLst/>
          </a:prstGeom>
          <a:solidFill>
            <a:srgbClr val="8CB3E3"/>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222222"/>
                </a:solidFill>
                <a:latin typeface="Barlow"/>
                <a:ea typeface="Barlow"/>
                <a:cs typeface="Barlow"/>
                <a:sym typeface="Barlow"/>
              </a:rPr>
              <a:t>Kompetitor Indonesia</a:t>
            </a:r>
            <a:endParaRPr b="0" i="0" sz="1400" u="none" cap="none" strike="noStrike">
              <a:solidFill>
                <a:srgbClr val="000000"/>
              </a:solidFill>
              <a:latin typeface="Arial"/>
              <a:ea typeface="Arial"/>
              <a:cs typeface="Arial"/>
              <a:sym typeface="Arial"/>
            </a:endParaRPr>
          </a:p>
        </p:txBody>
      </p:sp>
      <p:sp>
        <p:nvSpPr>
          <p:cNvPr id="599" name="Google Shape;599;p6"/>
          <p:cNvSpPr txBox="1"/>
          <p:nvPr/>
        </p:nvSpPr>
        <p:spPr>
          <a:xfrm>
            <a:off x="7467970" y="5246210"/>
            <a:ext cx="1571323" cy="646331"/>
          </a:xfrm>
          <a:prstGeom prst="rect">
            <a:avLst/>
          </a:prstGeom>
          <a:solidFill>
            <a:srgbClr val="8CB3E3"/>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222222"/>
                </a:solidFill>
                <a:latin typeface="Barlow"/>
                <a:ea typeface="Barlow"/>
                <a:cs typeface="Barlow"/>
                <a:sym typeface="Barlow"/>
              </a:rPr>
              <a:t>Kompetitor Sebenarnya</a:t>
            </a:r>
            <a:endParaRPr b="0" i="0" sz="1800" u="none" cap="none" strike="noStrike">
              <a:solidFill>
                <a:srgbClr val="222222"/>
              </a:solidFill>
              <a:latin typeface="Barlow"/>
              <a:ea typeface="Barlow"/>
              <a:cs typeface="Barlow"/>
              <a:sym typeface="Barlow"/>
            </a:endParaRPr>
          </a:p>
        </p:txBody>
      </p:sp>
      <p:sp>
        <p:nvSpPr>
          <p:cNvPr id="600" name="Google Shape;600;p6"/>
          <p:cNvSpPr txBox="1"/>
          <p:nvPr/>
        </p:nvSpPr>
        <p:spPr>
          <a:xfrm>
            <a:off x="7376929" y="3414645"/>
            <a:ext cx="1260111" cy="646331"/>
          </a:xfrm>
          <a:prstGeom prst="rect">
            <a:avLst/>
          </a:prstGeom>
          <a:solidFill>
            <a:srgbClr val="8CB3E3"/>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22222"/>
              </a:buClr>
              <a:buSzPts val="1800"/>
              <a:buFont typeface="Barlow"/>
              <a:buNone/>
            </a:pPr>
            <a:r>
              <a:rPr b="0" i="0" lang="en-US" sz="1800" u="none" cap="none" strike="noStrike">
                <a:solidFill>
                  <a:srgbClr val="222222"/>
                </a:solidFill>
                <a:latin typeface="Barlow"/>
                <a:ea typeface="Barlow"/>
                <a:cs typeface="Barlow"/>
                <a:sym typeface="Barlow"/>
              </a:rPr>
              <a:t>“KUOTA”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222222"/>
              </a:buClr>
              <a:buSzPts val="1800"/>
              <a:buFont typeface="Barlow"/>
              <a:buNone/>
            </a:pPr>
            <a:r>
              <a:rPr b="0" i="0" lang="en-US" sz="1800" u="none" cap="none" strike="noStrike">
                <a:solidFill>
                  <a:srgbClr val="222222"/>
                </a:solidFill>
                <a:latin typeface="Barlow"/>
                <a:ea typeface="Barlow"/>
                <a:cs typeface="Barlow"/>
                <a:sym typeface="Barlow"/>
              </a:rPr>
              <a:t>Kawasan</a:t>
            </a:r>
            <a:endParaRPr b="0" i="0" sz="1400" u="none" cap="none" strike="noStrike">
              <a:solidFill>
                <a:srgbClr val="000000"/>
              </a:solidFill>
              <a:latin typeface="Arial"/>
              <a:ea typeface="Arial"/>
              <a:cs typeface="Arial"/>
              <a:sym typeface="Arial"/>
            </a:endParaRPr>
          </a:p>
        </p:txBody>
      </p:sp>
      <p:cxnSp>
        <p:nvCxnSpPr>
          <p:cNvPr id="601" name="Google Shape;601;p6"/>
          <p:cNvCxnSpPr/>
          <p:nvPr/>
        </p:nvCxnSpPr>
        <p:spPr>
          <a:xfrm>
            <a:off x="6912110" y="4903141"/>
            <a:ext cx="1097678" cy="0"/>
          </a:xfrm>
          <a:prstGeom prst="straightConnector1">
            <a:avLst/>
          </a:prstGeom>
          <a:noFill/>
          <a:ln cap="flat" cmpd="sng" w="28575">
            <a:solidFill>
              <a:schemeClr val="dk1"/>
            </a:solidFill>
            <a:prstDash val="solid"/>
            <a:round/>
            <a:headEnd len="sm" w="sm" type="none"/>
            <a:tailEnd len="sm" w="sm" type="none"/>
          </a:ln>
          <a:effectLst>
            <a:outerShdw blurRad="40000" rotWithShape="0" dir="5400000" dist="20000">
              <a:srgbClr val="000000">
                <a:alpha val="37254"/>
              </a:srgbClr>
            </a:outerShdw>
          </a:effectLst>
        </p:spPr>
      </p:cxnSp>
      <p:cxnSp>
        <p:nvCxnSpPr>
          <p:cNvPr id="602" name="Google Shape;602;p6"/>
          <p:cNvCxnSpPr/>
          <p:nvPr/>
        </p:nvCxnSpPr>
        <p:spPr>
          <a:xfrm>
            <a:off x="6909305" y="4314396"/>
            <a:ext cx="1097678" cy="0"/>
          </a:xfrm>
          <a:prstGeom prst="straightConnector1">
            <a:avLst/>
          </a:prstGeom>
          <a:noFill/>
          <a:ln cap="flat" cmpd="sng" w="28575">
            <a:solidFill>
              <a:schemeClr val="dk1"/>
            </a:solidFill>
            <a:prstDash val="solid"/>
            <a:round/>
            <a:headEnd len="sm" w="sm" type="none"/>
            <a:tailEnd len="sm" w="sm" type="none"/>
          </a:ln>
          <a:effectLst>
            <a:outerShdw blurRad="40000" rotWithShape="0" dir="5400000" dist="20000">
              <a:srgbClr val="000000">
                <a:alpha val="37254"/>
              </a:srgbClr>
            </a:outerShdw>
          </a:effectLst>
        </p:spPr>
      </p:cxnSp>
      <p:cxnSp>
        <p:nvCxnSpPr>
          <p:cNvPr id="603" name="Google Shape;603;p6"/>
          <p:cNvCxnSpPr/>
          <p:nvPr/>
        </p:nvCxnSpPr>
        <p:spPr>
          <a:xfrm>
            <a:off x="6912110" y="3177011"/>
            <a:ext cx="1097678" cy="0"/>
          </a:xfrm>
          <a:prstGeom prst="straightConnector1">
            <a:avLst/>
          </a:prstGeom>
          <a:noFill/>
          <a:ln cap="flat" cmpd="sng" w="28575">
            <a:solidFill>
              <a:schemeClr val="dk1"/>
            </a:solidFill>
            <a:prstDash val="solid"/>
            <a:round/>
            <a:headEnd len="sm" w="sm" type="none"/>
            <a:tailEnd len="sm" w="sm" type="none"/>
          </a:ln>
          <a:effectLst>
            <a:outerShdw blurRad="40000" rotWithShape="0" dir="5400000" dist="20000">
              <a:srgbClr val="000000">
                <a:alpha val="37254"/>
              </a:srgbClr>
            </a:outerShdw>
          </a:effectLst>
        </p:spPr>
      </p:cxnSp>
      <p:cxnSp>
        <p:nvCxnSpPr>
          <p:cNvPr id="604" name="Google Shape;604;p6"/>
          <p:cNvCxnSpPr/>
          <p:nvPr/>
        </p:nvCxnSpPr>
        <p:spPr>
          <a:xfrm>
            <a:off x="6909305" y="2492943"/>
            <a:ext cx="1097678" cy="0"/>
          </a:xfrm>
          <a:prstGeom prst="straightConnector1">
            <a:avLst/>
          </a:prstGeom>
          <a:noFill/>
          <a:ln cap="flat" cmpd="sng" w="28575">
            <a:solidFill>
              <a:schemeClr val="dk1"/>
            </a:solidFill>
            <a:prstDash val="solid"/>
            <a:round/>
            <a:headEnd len="sm" w="sm" type="none"/>
            <a:tailEnd len="sm" w="sm" type="none"/>
          </a:ln>
          <a:effectLst>
            <a:outerShdw blurRad="40000" rotWithShape="0" dir="5400000" dist="20000">
              <a:srgbClr val="000000">
                <a:alpha val="37254"/>
              </a:srgbClr>
            </a:outerShdw>
          </a:effectLst>
        </p:spPr>
      </p:cxnSp>
      <p:cxnSp>
        <p:nvCxnSpPr>
          <p:cNvPr id="605" name="Google Shape;605;p6"/>
          <p:cNvCxnSpPr/>
          <p:nvPr/>
        </p:nvCxnSpPr>
        <p:spPr>
          <a:xfrm>
            <a:off x="6909305" y="5556055"/>
            <a:ext cx="558664" cy="0"/>
          </a:xfrm>
          <a:prstGeom prst="straightConnector1">
            <a:avLst/>
          </a:prstGeom>
          <a:noFill/>
          <a:ln cap="flat" cmpd="sng" w="28575">
            <a:solidFill>
              <a:schemeClr val="dk1"/>
            </a:solidFill>
            <a:prstDash val="solid"/>
            <a:round/>
            <a:headEnd len="sm" w="sm" type="none"/>
            <a:tailEnd len="sm" w="sm" type="none"/>
          </a:ln>
          <a:effectLst>
            <a:outerShdw blurRad="40000" rotWithShape="0" dir="5400000" dist="20000">
              <a:srgbClr val="000000">
                <a:alpha val="37254"/>
              </a:srgbClr>
            </a:outerShdw>
          </a:effectLst>
        </p:spPr>
      </p:cxnSp>
      <p:sp>
        <p:nvSpPr>
          <p:cNvPr id="606" name="Google Shape;606;p6"/>
          <p:cNvSpPr txBox="1"/>
          <p:nvPr/>
        </p:nvSpPr>
        <p:spPr>
          <a:xfrm>
            <a:off x="8973923" y="771960"/>
            <a:ext cx="2829315" cy="2246769"/>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800"/>
              <a:buFont typeface="Barlow"/>
              <a:buNone/>
            </a:pPr>
            <a:r>
              <a:rPr b="1" i="0" lang="en-US" sz="1800" u="none" cap="none" strike="noStrike">
                <a:solidFill>
                  <a:srgbClr val="222222"/>
                </a:solidFill>
                <a:latin typeface="Barlow"/>
                <a:ea typeface="Barlow"/>
                <a:cs typeface="Barlow"/>
                <a:sym typeface="Barlow"/>
              </a:rPr>
              <a:t>+4 ANGGOTA BARU 2026*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22222"/>
                </a:solidFill>
                <a:latin typeface="Barlow"/>
                <a:ea typeface="Barlow"/>
                <a:cs typeface="Barlow"/>
                <a:sym typeface="Barlow"/>
              </a:rPr>
              <a:t>Projeksi</a:t>
            </a:r>
            <a:endParaRPr b="0" i="0" sz="14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FF00"/>
                </a:highlight>
                <a:latin typeface="Barlow"/>
                <a:ea typeface="Barlow"/>
                <a:cs typeface="Barlow"/>
                <a:sym typeface="Barlow"/>
              </a:rPr>
              <a:t>+ 1 Calon Afrika (Ethiopia)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00FF"/>
                </a:highlight>
                <a:latin typeface="Barlow"/>
                <a:ea typeface="Barlow"/>
                <a:cs typeface="Barlow"/>
                <a:sym typeface="Barlow"/>
              </a:rPr>
              <a:t>+ 1 Calon Eropa (Turki)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8000"/>
                </a:highlight>
                <a:latin typeface="Barlow"/>
                <a:ea typeface="Barlow"/>
                <a:cs typeface="Barlow"/>
                <a:sym typeface="Barlow"/>
              </a:rPr>
              <a:t>+ 1 Calon TimTeng (Oman)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FF"/>
                </a:highlight>
                <a:latin typeface="Barlow"/>
                <a:ea typeface="Barlow"/>
                <a:cs typeface="Barlow"/>
                <a:sym typeface="Barlow"/>
              </a:rPr>
              <a:t>+ 1 Calon APAC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latin typeface="Barlow"/>
              <a:ea typeface="Barlow"/>
              <a:cs typeface="Barlow"/>
              <a:sym typeface="Barlow"/>
            </a:endParaRPr>
          </a:p>
        </p:txBody>
      </p:sp>
      <p:cxnSp>
        <p:nvCxnSpPr>
          <p:cNvPr id="607" name="Google Shape;607;p6"/>
          <p:cNvCxnSpPr/>
          <p:nvPr/>
        </p:nvCxnSpPr>
        <p:spPr>
          <a:xfrm>
            <a:off x="6919130" y="1469686"/>
            <a:ext cx="2054793" cy="0"/>
          </a:xfrm>
          <a:prstGeom prst="straightConnector1">
            <a:avLst/>
          </a:prstGeom>
          <a:noFill/>
          <a:ln cap="flat" cmpd="sng" w="28575">
            <a:solidFill>
              <a:schemeClr val="dk1"/>
            </a:solidFill>
            <a:prstDash val="solid"/>
            <a:round/>
            <a:headEnd len="sm" w="sm" type="none"/>
            <a:tailEnd len="sm" w="sm" type="none"/>
          </a:ln>
          <a:effectLst>
            <a:outerShdw blurRad="40000" rotWithShape="0" dir="5400000" dist="20000">
              <a:srgbClr val="000000">
                <a:alpha val="37254"/>
              </a:srgbClr>
            </a:outerShdw>
          </a:effectLst>
        </p:spPr>
      </p:cxnSp>
      <p:sp>
        <p:nvSpPr>
          <p:cNvPr id="608" name="Google Shape;608;p6"/>
          <p:cNvSpPr txBox="1"/>
          <p:nvPr/>
        </p:nvSpPr>
        <p:spPr>
          <a:xfrm>
            <a:off x="9421426" y="3043049"/>
            <a:ext cx="2636595"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100"/>
              <a:buFont typeface="Barlow"/>
              <a:buNone/>
            </a:pPr>
            <a:r>
              <a:rPr b="0" i="0" lang="en-US" sz="1100" u="none" cap="none" strike="noStrike">
                <a:solidFill>
                  <a:srgbClr val="222222"/>
                </a:solidFill>
                <a:latin typeface="Barlow"/>
                <a:ea typeface="Barlow"/>
                <a:cs typeface="Barlow"/>
                <a:sym typeface="Barlow"/>
              </a:rPr>
              <a:t>*dipilih melalui Sidang Luar Biasa 2026</a:t>
            </a:r>
            <a:endParaRPr b="0" i="0" sz="1400" u="none" cap="none" strike="noStrike">
              <a:solidFill>
                <a:srgbClr val="000000"/>
              </a:solidFill>
              <a:latin typeface="Arial"/>
              <a:ea typeface="Arial"/>
              <a:cs typeface="Arial"/>
              <a:sym typeface="Arial"/>
            </a:endParaRPr>
          </a:p>
        </p:txBody>
      </p:sp>
      <p:grpSp>
        <p:nvGrpSpPr>
          <p:cNvPr id="609" name="Google Shape;609;p6"/>
          <p:cNvGrpSpPr/>
          <p:nvPr/>
        </p:nvGrpSpPr>
        <p:grpSpPr>
          <a:xfrm>
            <a:off x="9961336" y="5123594"/>
            <a:ext cx="2115735" cy="1626944"/>
            <a:chOff x="9648090" y="4596085"/>
            <a:chExt cx="2830883" cy="2176874"/>
          </a:xfrm>
        </p:grpSpPr>
        <p:sp>
          <p:nvSpPr>
            <p:cNvPr id="610" name="Google Shape;610;p6"/>
            <p:cNvSpPr txBox="1"/>
            <p:nvPr/>
          </p:nvSpPr>
          <p:spPr>
            <a:xfrm>
              <a:off x="9648090" y="4649945"/>
              <a:ext cx="282827" cy="452990"/>
            </a:xfrm>
            <a:prstGeom prst="rect">
              <a:avLst/>
            </a:prstGeom>
            <a:solidFill>
              <a:srgbClr val="FF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611" name="Google Shape;611;p6"/>
            <p:cNvSpPr txBox="1"/>
            <p:nvPr/>
          </p:nvSpPr>
          <p:spPr>
            <a:xfrm>
              <a:off x="10074405" y="4596085"/>
              <a:ext cx="1983612" cy="370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Kawasan Afrika</a:t>
              </a:r>
              <a:endParaRPr b="0" i="0" sz="1200" u="none" cap="none" strike="noStrike">
                <a:solidFill>
                  <a:srgbClr val="000000"/>
                </a:solidFill>
                <a:latin typeface="Arial"/>
                <a:ea typeface="Arial"/>
                <a:cs typeface="Arial"/>
                <a:sym typeface="Arial"/>
              </a:endParaRPr>
            </a:p>
          </p:txBody>
        </p:sp>
        <p:sp>
          <p:nvSpPr>
            <p:cNvPr id="612" name="Google Shape;612;p6"/>
            <p:cNvSpPr txBox="1"/>
            <p:nvPr/>
          </p:nvSpPr>
          <p:spPr>
            <a:xfrm>
              <a:off x="9648090" y="5077027"/>
              <a:ext cx="282827" cy="452990"/>
            </a:xfrm>
            <a:prstGeom prst="rect">
              <a:avLst/>
            </a:prstGeom>
            <a:solidFill>
              <a:srgbClr val="FF00FF"/>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613" name="Google Shape;613;p6"/>
            <p:cNvSpPr txBox="1"/>
            <p:nvPr/>
          </p:nvSpPr>
          <p:spPr>
            <a:xfrm>
              <a:off x="10074405" y="5023166"/>
              <a:ext cx="1983612" cy="370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Kawasan Eropa</a:t>
              </a:r>
              <a:endParaRPr b="0" i="0" sz="1200" u="none" cap="none" strike="noStrike">
                <a:solidFill>
                  <a:srgbClr val="000000"/>
                </a:solidFill>
                <a:latin typeface="Arial"/>
                <a:ea typeface="Arial"/>
                <a:cs typeface="Arial"/>
                <a:sym typeface="Arial"/>
              </a:endParaRPr>
            </a:p>
          </p:txBody>
        </p:sp>
        <p:sp>
          <p:nvSpPr>
            <p:cNvPr id="614" name="Google Shape;614;p6"/>
            <p:cNvSpPr txBox="1"/>
            <p:nvPr/>
          </p:nvSpPr>
          <p:spPr>
            <a:xfrm>
              <a:off x="9648090" y="5486400"/>
              <a:ext cx="282827" cy="452990"/>
            </a:xfrm>
            <a:prstGeom prst="rect">
              <a:avLst/>
            </a:prstGeom>
            <a:solidFill>
              <a:srgbClr val="00FFFF"/>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615" name="Google Shape;615;p6"/>
            <p:cNvSpPr txBox="1"/>
            <p:nvPr/>
          </p:nvSpPr>
          <p:spPr>
            <a:xfrm>
              <a:off x="10074405" y="5450246"/>
              <a:ext cx="2404568" cy="370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Kawasan Asia Pasifik </a:t>
              </a:r>
              <a:endParaRPr b="0" i="0" sz="1200" u="none" cap="none" strike="noStrike">
                <a:solidFill>
                  <a:srgbClr val="000000"/>
                </a:solidFill>
                <a:latin typeface="Arial"/>
                <a:ea typeface="Arial"/>
                <a:cs typeface="Arial"/>
                <a:sym typeface="Arial"/>
              </a:endParaRPr>
            </a:p>
          </p:txBody>
        </p:sp>
        <p:sp>
          <p:nvSpPr>
            <p:cNvPr id="616" name="Google Shape;616;p6"/>
            <p:cNvSpPr txBox="1"/>
            <p:nvPr/>
          </p:nvSpPr>
          <p:spPr>
            <a:xfrm>
              <a:off x="9648090" y="5910597"/>
              <a:ext cx="282827" cy="452990"/>
            </a:xfrm>
            <a:prstGeom prst="rect">
              <a:avLst/>
            </a:prstGeom>
            <a:solidFill>
              <a:srgbClr val="00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617" name="Google Shape;617;p6"/>
            <p:cNvSpPr txBox="1"/>
            <p:nvPr/>
          </p:nvSpPr>
          <p:spPr>
            <a:xfrm>
              <a:off x="10074405" y="5863634"/>
              <a:ext cx="2404568" cy="370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Kawasan Amerika Latin</a:t>
              </a:r>
              <a:endParaRPr b="0" i="0" sz="1200" u="none" cap="none" strike="noStrike">
                <a:solidFill>
                  <a:srgbClr val="000000"/>
                </a:solidFill>
                <a:latin typeface="Arial"/>
                <a:ea typeface="Arial"/>
                <a:cs typeface="Arial"/>
                <a:sym typeface="Arial"/>
              </a:endParaRPr>
            </a:p>
          </p:txBody>
        </p:sp>
        <p:sp>
          <p:nvSpPr>
            <p:cNvPr id="618" name="Google Shape;618;p6"/>
            <p:cNvSpPr txBox="1"/>
            <p:nvPr/>
          </p:nvSpPr>
          <p:spPr>
            <a:xfrm>
              <a:off x="9648090" y="6319969"/>
              <a:ext cx="282827" cy="452990"/>
            </a:xfrm>
            <a:prstGeom prst="rect">
              <a:avLst/>
            </a:prstGeom>
            <a:solidFill>
              <a:srgbClr val="0080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619" name="Google Shape;619;p6"/>
            <p:cNvSpPr txBox="1"/>
            <p:nvPr/>
          </p:nvSpPr>
          <p:spPr>
            <a:xfrm>
              <a:off x="10068055" y="6304409"/>
              <a:ext cx="2404568" cy="370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Kawasan Timur Tengah</a:t>
              </a:r>
              <a:endParaRPr b="0" i="0" sz="1200" u="none" cap="none" strike="noStrike">
                <a:solidFill>
                  <a:srgbClr val="000000"/>
                </a:solidFill>
                <a:latin typeface="Arial"/>
                <a:ea typeface="Arial"/>
                <a:cs typeface="Arial"/>
                <a:sym typeface="Arial"/>
              </a:endParaRPr>
            </a:p>
          </p:txBody>
        </p:sp>
      </p:grpSp>
      <p:sp>
        <p:nvSpPr>
          <p:cNvPr id="620" name="Google Shape;620;p6"/>
          <p:cNvSpPr txBox="1"/>
          <p:nvPr/>
        </p:nvSpPr>
        <p:spPr>
          <a:xfrm>
            <a:off x="9855468" y="4772336"/>
            <a:ext cx="2636595"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100"/>
              <a:buFont typeface="Barlow"/>
              <a:buNone/>
            </a:pPr>
            <a:r>
              <a:rPr b="0" i="0" lang="en-US" sz="1100" u="none" cap="none" strike="noStrike">
                <a:solidFill>
                  <a:srgbClr val="222222"/>
                </a:solidFill>
                <a:latin typeface="Barlow"/>
                <a:ea typeface="Barlow"/>
                <a:cs typeface="Barlow"/>
                <a:sym typeface="Barlow"/>
              </a:rPr>
              <a:t>Keterangan: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7"/>
          <p:cNvSpPr txBox="1"/>
          <p:nvPr/>
        </p:nvSpPr>
        <p:spPr>
          <a:xfrm>
            <a:off x="350088" y="771960"/>
            <a:ext cx="1436373" cy="2862322"/>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800"/>
              <a:buFont typeface="Barlow"/>
              <a:buNone/>
            </a:pPr>
            <a:r>
              <a:rPr b="1" i="0" lang="en-US" sz="1800" u="none" cap="none" strike="noStrike">
                <a:solidFill>
                  <a:srgbClr val="222222"/>
                </a:solidFill>
                <a:latin typeface="Barlow"/>
                <a:ea typeface="Barlow"/>
                <a:cs typeface="Barlow"/>
                <a:sym typeface="Barlow"/>
              </a:rPr>
              <a:t>Wakil APAC</a:t>
            </a:r>
            <a:endParaRPr b="0" i="0" sz="14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rgbClr val="222222"/>
                </a:solidFill>
                <a:latin typeface="Barlow"/>
                <a:ea typeface="Barlow"/>
                <a:cs typeface="Barlow"/>
                <a:sym typeface="Barlow"/>
              </a:rPr>
            </a:br>
            <a:r>
              <a:rPr b="0" i="0" lang="en-US" sz="1800" u="none" cap="none" strike="noStrike">
                <a:solidFill>
                  <a:srgbClr val="222222"/>
                </a:solidFill>
                <a:highlight>
                  <a:srgbClr val="00FFFF"/>
                </a:highlight>
                <a:latin typeface="Barlow"/>
                <a:ea typeface="Barlow"/>
                <a:cs typeface="Barlow"/>
                <a:sym typeface="Barlow"/>
              </a:rPr>
              <a:t>Australia,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FF"/>
                </a:highlight>
                <a:latin typeface="Barlow"/>
                <a:ea typeface="Barlow"/>
                <a:cs typeface="Barlow"/>
                <a:sym typeface="Barlow"/>
              </a:rPr>
              <a:t> China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FF"/>
                </a:highlight>
                <a:latin typeface="Barlow"/>
                <a:ea typeface="Barlow"/>
                <a:cs typeface="Barlow"/>
                <a:sym typeface="Barlow"/>
              </a:rPr>
              <a:t>Japan</a:t>
            </a:r>
            <a:r>
              <a:rPr b="0" i="0" lang="en-US" sz="1800" u="none" cap="none" strike="noStrike">
                <a:solidFill>
                  <a:srgbClr val="222222"/>
                </a:solidFill>
                <a:latin typeface="Barlow"/>
                <a:ea typeface="Barlow"/>
                <a:cs typeface="Barlow"/>
                <a:sym typeface="Barlow"/>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FF"/>
                </a:highlight>
                <a:latin typeface="Barlow"/>
                <a:ea typeface="Barlow"/>
                <a:cs typeface="Barlow"/>
                <a:sym typeface="Barlow"/>
              </a:rPr>
              <a:t>India,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FF"/>
                </a:highlight>
                <a:latin typeface="Barlow"/>
                <a:ea typeface="Barlow"/>
                <a:cs typeface="Barlow"/>
                <a:sym typeface="Barlow"/>
              </a:rPr>
              <a:t>Singapore</a:t>
            </a:r>
            <a:endParaRPr b="0" i="0" sz="18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FF"/>
                </a:highlight>
                <a:latin typeface="Barlow"/>
                <a:ea typeface="Barlow"/>
                <a:cs typeface="Barlow"/>
                <a:sym typeface="Barlow"/>
              </a:rPr>
              <a:t>Malaysia, RoKorea</a:t>
            </a:r>
            <a:endParaRPr b="0" i="0" sz="1800" u="none" cap="none" strike="noStrike">
              <a:solidFill>
                <a:srgbClr val="222222"/>
              </a:solidFill>
              <a:highlight>
                <a:srgbClr val="00FFFF"/>
              </a:highlight>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highlight>
                <a:srgbClr val="00FFFF"/>
              </a:highlight>
              <a:latin typeface="Barlow"/>
              <a:ea typeface="Barlow"/>
              <a:cs typeface="Barlow"/>
              <a:sym typeface="Barlow"/>
            </a:endParaRPr>
          </a:p>
        </p:txBody>
      </p:sp>
      <p:sp>
        <p:nvSpPr>
          <p:cNvPr id="626" name="Google Shape;626;p7"/>
          <p:cNvSpPr txBox="1"/>
          <p:nvPr/>
        </p:nvSpPr>
        <p:spPr>
          <a:xfrm>
            <a:off x="2070250" y="771960"/>
            <a:ext cx="1622167" cy="2800767"/>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800"/>
              <a:buFont typeface="Barlow"/>
              <a:buNone/>
            </a:pPr>
            <a:r>
              <a:rPr b="1" i="0" lang="en-US" sz="1800" u="none" cap="none" strike="noStrike">
                <a:solidFill>
                  <a:srgbClr val="222222"/>
                </a:solidFill>
                <a:latin typeface="Barlow"/>
                <a:ea typeface="Barlow"/>
                <a:cs typeface="Barlow"/>
                <a:sym typeface="Barlow"/>
              </a:rPr>
              <a:t>Wakil LACAC</a:t>
            </a:r>
            <a:endParaRPr b="0" i="0" sz="14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00"/>
                </a:highlight>
                <a:latin typeface="Barlow"/>
                <a:ea typeface="Barlow"/>
                <a:cs typeface="Barlow"/>
                <a:sym typeface="Barlow"/>
              </a:rPr>
              <a:t>Brazil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00"/>
                </a:highlight>
                <a:latin typeface="Barlow"/>
                <a:ea typeface="Barlow"/>
                <a:cs typeface="Barlow"/>
                <a:sym typeface="Barlow"/>
              </a:rPr>
              <a:t>Argentina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00"/>
                </a:highlight>
                <a:latin typeface="Barlow"/>
                <a:ea typeface="Barlow"/>
                <a:cs typeface="Barlow"/>
                <a:sym typeface="Barlow"/>
              </a:rPr>
              <a:t> Colombia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00"/>
                </a:highlight>
                <a:latin typeface="Barlow"/>
                <a:ea typeface="Barlow"/>
                <a:cs typeface="Barlow"/>
                <a:sym typeface="Barlow"/>
              </a:rPr>
              <a:t>Mexico</a:t>
            </a:r>
            <a:r>
              <a:rPr b="0" i="0" lang="en-US" sz="1800" u="none" cap="none" strike="noStrike">
                <a:solidFill>
                  <a:srgbClr val="222222"/>
                </a:solidFill>
                <a:latin typeface="Barlow"/>
                <a:ea typeface="Barlow"/>
                <a:cs typeface="Barlow"/>
                <a:sym typeface="Barlo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00"/>
                </a:highlight>
                <a:latin typeface="Barlow"/>
                <a:ea typeface="Barlow"/>
                <a:cs typeface="Barlow"/>
                <a:sym typeface="Barlow"/>
              </a:rPr>
              <a:t>Belize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00"/>
                </a:highlight>
                <a:latin typeface="Barlow"/>
                <a:ea typeface="Barlow"/>
                <a:cs typeface="Barlow"/>
                <a:sym typeface="Barlow"/>
              </a:rPr>
              <a:t>Cuba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00"/>
                </a:highlight>
                <a:latin typeface="Barlow"/>
                <a:ea typeface="Barlow"/>
                <a:cs typeface="Barlow"/>
                <a:sym typeface="Barlow"/>
              </a:rPr>
              <a:t>Ecuador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FF00"/>
                </a:highlight>
                <a:latin typeface="Barlow"/>
                <a:ea typeface="Barlow"/>
                <a:cs typeface="Barlow"/>
                <a:sym typeface="Barlow"/>
              </a:rPr>
              <a:t>Uruguay</a:t>
            </a:r>
            <a:endParaRPr b="0" i="0" sz="1400" u="none" cap="none" strike="noStrike">
              <a:solidFill>
                <a:srgbClr val="000000"/>
              </a:solidFill>
              <a:latin typeface="Arial"/>
              <a:ea typeface="Arial"/>
              <a:cs typeface="Arial"/>
              <a:sym typeface="Arial"/>
            </a:endParaRPr>
          </a:p>
        </p:txBody>
      </p:sp>
      <p:sp>
        <p:nvSpPr>
          <p:cNvPr id="627" name="Google Shape;627;p7"/>
          <p:cNvSpPr txBox="1"/>
          <p:nvPr/>
        </p:nvSpPr>
        <p:spPr>
          <a:xfrm>
            <a:off x="3964975" y="771960"/>
            <a:ext cx="2064618" cy="2862322"/>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800"/>
              <a:buFont typeface="Barlow"/>
              <a:buNone/>
            </a:pPr>
            <a:r>
              <a:rPr b="1" i="0" lang="en-US" sz="1800" u="none" cap="none" strike="noStrike">
                <a:solidFill>
                  <a:srgbClr val="222222"/>
                </a:solidFill>
                <a:latin typeface="Barlow"/>
                <a:ea typeface="Barlow"/>
                <a:cs typeface="Barlow"/>
                <a:sym typeface="Barlow"/>
              </a:rPr>
              <a:t>Wakil AFCAC</a:t>
            </a:r>
            <a:endParaRPr b="0" i="0" sz="14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FF00"/>
                </a:highlight>
                <a:latin typeface="Barlow"/>
                <a:ea typeface="Barlow"/>
                <a:cs typeface="Barlow"/>
                <a:sym typeface="Barlow"/>
              </a:rPr>
              <a:t>Nigeria</a:t>
            </a:r>
            <a:r>
              <a:rPr b="0" i="0" lang="en-US" sz="1800" u="none" cap="none" strike="noStrike">
                <a:solidFill>
                  <a:srgbClr val="222222"/>
                </a:solidFill>
                <a:latin typeface="Barlow"/>
                <a:ea typeface="Barlow"/>
                <a:cs typeface="Barlow"/>
                <a:sym typeface="Barlow"/>
              </a:rPr>
              <a:t>,</a:t>
            </a:r>
            <a:r>
              <a:rPr b="0" i="0" lang="en-US" sz="1800" u="none" cap="none" strike="noStrike">
                <a:solidFill>
                  <a:srgbClr val="222222"/>
                </a:solidFill>
                <a:highlight>
                  <a:srgbClr val="008000"/>
                </a:highlight>
                <a:latin typeface="Barlow"/>
                <a:ea typeface="Barlow"/>
                <a:cs typeface="Barlow"/>
                <a:sym typeface="Barlow"/>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FF00"/>
                </a:highlight>
                <a:latin typeface="Barlow"/>
                <a:ea typeface="Barlow"/>
                <a:cs typeface="Barlow"/>
                <a:sym typeface="Barlow"/>
              </a:rPr>
              <a:t>South Africa</a:t>
            </a:r>
            <a:br>
              <a:rPr b="0" i="0" lang="en-US" sz="1800" u="none" cap="none" strike="noStrike">
                <a:solidFill>
                  <a:srgbClr val="222222"/>
                </a:solidFill>
                <a:latin typeface="Barlow"/>
                <a:ea typeface="Barlow"/>
                <a:cs typeface="Barlow"/>
                <a:sym typeface="Barlow"/>
              </a:rPr>
            </a:br>
            <a:r>
              <a:rPr b="0" i="0" lang="en-US" sz="1800" u="none" cap="none" strike="noStrike">
                <a:solidFill>
                  <a:srgbClr val="222222"/>
                </a:solidFill>
                <a:highlight>
                  <a:srgbClr val="FFFF00"/>
                </a:highlight>
                <a:latin typeface="Barlow"/>
                <a:ea typeface="Barlow"/>
                <a:cs typeface="Barlow"/>
                <a:sym typeface="Barlow"/>
              </a:rPr>
              <a:t>Angola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FF00"/>
                </a:highlight>
                <a:latin typeface="Barlow"/>
                <a:ea typeface="Barlow"/>
                <a:cs typeface="Barlow"/>
                <a:sym typeface="Barlow"/>
              </a:rPr>
              <a:t>Equatorial Guinea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FF00"/>
                </a:highlight>
                <a:latin typeface="Barlow"/>
                <a:ea typeface="Barlow"/>
                <a:cs typeface="Barlow"/>
                <a:sym typeface="Barlow"/>
              </a:rPr>
              <a:t>Mali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FF00"/>
                </a:highlight>
                <a:latin typeface="Barlow"/>
                <a:ea typeface="Barlow"/>
                <a:cs typeface="Barlow"/>
                <a:sym typeface="Barlow"/>
              </a:rPr>
              <a:t>Uganda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highlight>
                <a:srgbClr val="FFFF00"/>
              </a:highlight>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latin typeface="Barlow"/>
              <a:ea typeface="Barlow"/>
              <a:cs typeface="Barlow"/>
              <a:sym typeface="Barlow"/>
            </a:endParaRPr>
          </a:p>
        </p:txBody>
      </p:sp>
      <p:sp>
        <p:nvSpPr>
          <p:cNvPr id="628" name="Google Shape;628;p7"/>
          <p:cNvSpPr txBox="1"/>
          <p:nvPr/>
        </p:nvSpPr>
        <p:spPr>
          <a:xfrm>
            <a:off x="350088" y="214782"/>
            <a:ext cx="84684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22222"/>
                </a:solidFill>
                <a:latin typeface="Barlow"/>
                <a:ea typeface="Barlow"/>
                <a:cs typeface="Barlow"/>
                <a:sym typeface="Barlow"/>
              </a:rPr>
              <a:t>KOMPOSISI “STATUS QUO”* DEWAN ICAO 2025 – 2028</a:t>
            </a:r>
            <a:endParaRPr b="0" i="0" sz="1800" u="none" cap="none" strike="noStrike">
              <a:solidFill>
                <a:srgbClr val="222222"/>
              </a:solidFill>
              <a:latin typeface="Barlow"/>
              <a:ea typeface="Barlow"/>
              <a:cs typeface="Barlow"/>
              <a:sym typeface="Barlow"/>
            </a:endParaRPr>
          </a:p>
        </p:txBody>
      </p:sp>
      <p:sp>
        <p:nvSpPr>
          <p:cNvPr id="629" name="Google Shape;629;p7"/>
          <p:cNvSpPr txBox="1"/>
          <p:nvPr/>
        </p:nvSpPr>
        <p:spPr>
          <a:xfrm>
            <a:off x="6302151" y="771960"/>
            <a:ext cx="1767300" cy="2862322"/>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800"/>
              <a:buFont typeface="Barlow"/>
              <a:buNone/>
            </a:pPr>
            <a:r>
              <a:rPr b="1" i="0" lang="en-US" sz="1800" u="none" cap="none" strike="noStrike">
                <a:solidFill>
                  <a:srgbClr val="222222"/>
                </a:solidFill>
                <a:latin typeface="Barlow"/>
                <a:ea typeface="Barlow"/>
                <a:cs typeface="Barlow"/>
                <a:sym typeface="Barlow"/>
              </a:rPr>
              <a:t>Wakil ACAO**</a:t>
            </a:r>
            <a:endParaRPr b="0" i="0" sz="14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8000"/>
                </a:highlight>
                <a:latin typeface="Barlow"/>
                <a:ea typeface="Barlow"/>
                <a:cs typeface="Barlow"/>
                <a:sym typeface="Barlow"/>
              </a:rPr>
              <a:t>Egypt,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8000"/>
                </a:highlight>
                <a:latin typeface="Barlow"/>
                <a:ea typeface="Barlow"/>
                <a:cs typeface="Barlow"/>
                <a:sym typeface="Barlow"/>
              </a:rPr>
              <a:t>Saudi Arabia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8000"/>
                </a:highlight>
                <a:latin typeface="Barlow"/>
                <a:ea typeface="Barlow"/>
                <a:cs typeface="Barlow"/>
                <a:sym typeface="Barlow"/>
              </a:rPr>
              <a:t>Morocco,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8000"/>
                </a:highlight>
                <a:latin typeface="Barlow"/>
                <a:ea typeface="Barlow"/>
                <a:cs typeface="Barlow"/>
                <a:sym typeface="Barlow"/>
              </a:rPr>
              <a:t>Qatar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008000"/>
                </a:highlight>
                <a:latin typeface="Barlow"/>
                <a:ea typeface="Barlow"/>
                <a:cs typeface="Barlow"/>
                <a:sym typeface="Barlow"/>
              </a:rPr>
              <a:t>UAE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latin typeface="Barlow"/>
              <a:ea typeface="Barlow"/>
              <a:cs typeface="Barlow"/>
              <a:sym typeface="Barlow"/>
            </a:endParaRPr>
          </a:p>
        </p:txBody>
      </p:sp>
      <p:sp>
        <p:nvSpPr>
          <p:cNvPr id="630" name="Google Shape;630;p7"/>
          <p:cNvSpPr txBox="1"/>
          <p:nvPr/>
        </p:nvSpPr>
        <p:spPr>
          <a:xfrm>
            <a:off x="8342009" y="771960"/>
            <a:ext cx="2013916" cy="3970318"/>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800"/>
              <a:buFont typeface="Barlow"/>
              <a:buNone/>
            </a:pPr>
            <a:r>
              <a:rPr b="1" i="0" lang="en-US" sz="1800" u="none" cap="none" strike="noStrike">
                <a:solidFill>
                  <a:srgbClr val="222222"/>
                </a:solidFill>
                <a:latin typeface="Barlow"/>
                <a:ea typeface="Barlow"/>
                <a:cs typeface="Barlow"/>
                <a:sym typeface="Barlow"/>
              </a:rPr>
              <a:t>Wakil EU + NA</a:t>
            </a:r>
            <a:endParaRPr b="0" i="0" sz="14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00FF"/>
                </a:highlight>
                <a:latin typeface="Barlow"/>
                <a:ea typeface="Barlow"/>
                <a:cs typeface="Barlow"/>
                <a:sym typeface="Barlow"/>
              </a:rPr>
              <a:t>France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00FF"/>
                </a:highlight>
                <a:latin typeface="Barlow"/>
                <a:ea typeface="Barlow"/>
                <a:cs typeface="Barlow"/>
                <a:sym typeface="Barlow"/>
              </a:rPr>
              <a:t> Germany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00FF"/>
                </a:highlight>
                <a:latin typeface="Barlow"/>
                <a:ea typeface="Barlow"/>
                <a:cs typeface="Barlow"/>
                <a:sym typeface="Barlow"/>
              </a:rPr>
              <a:t>Italy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00FF"/>
                </a:highlight>
                <a:latin typeface="Barlow"/>
                <a:ea typeface="Barlow"/>
                <a:cs typeface="Barlow"/>
                <a:sym typeface="Barlow"/>
              </a:rPr>
              <a:t> United Kingdom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00FF"/>
                </a:highlight>
                <a:latin typeface="Barlow"/>
                <a:ea typeface="Barlow"/>
                <a:cs typeface="Barlow"/>
                <a:sym typeface="Barlow"/>
              </a:rPr>
              <a:t>Denmark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00FF"/>
                </a:highlight>
                <a:latin typeface="Barlow"/>
                <a:ea typeface="Barlow"/>
                <a:cs typeface="Barlow"/>
                <a:sym typeface="Barlow"/>
              </a:rPr>
              <a:t>Spain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00FF"/>
                </a:highlight>
                <a:latin typeface="Barlow"/>
                <a:ea typeface="Barlow"/>
                <a:cs typeface="Barlow"/>
                <a:sym typeface="Barlow"/>
              </a:rPr>
              <a:t>Switzerland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FF00FF"/>
                </a:highlight>
                <a:latin typeface="Barlow"/>
                <a:ea typeface="Barlow"/>
                <a:cs typeface="Barlow"/>
                <a:sym typeface="Barlow"/>
              </a:rPr>
              <a:t>Poland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highlight>
                <a:srgbClr val="FF00FF"/>
              </a:highlight>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22222"/>
              </a:solidFill>
              <a:highlight>
                <a:srgbClr val="FF00FF"/>
              </a:highlight>
              <a:latin typeface="Barlow"/>
              <a:ea typeface="Barlow"/>
              <a:cs typeface="Barlow"/>
              <a:sym typeface="Barlow"/>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C0C0C0"/>
                </a:highlight>
                <a:latin typeface="Barlow"/>
                <a:ea typeface="Barlow"/>
                <a:cs typeface="Barlow"/>
                <a:sym typeface="Barlow"/>
              </a:rPr>
              <a:t>United States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22222"/>
                </a:solidFill>
                <a:highlight>
                  <a:srgbClr val="C0C0C0"/>
                </a:highlight>
                <a:latin typeface="Barlow"/>
                <a:ea typeface="Barlow"/>
                <a:cs typeface="Barlow"/>
                <a:sym typeface="Barlow"/>
              </a:rPr>
              <a:t>Canada</a:t>
            </a:r>
            <a:endParaRPr b="0" i="0" sz="1800" u="none" cap="none" strike="noStrike">
              <a:solidFill>
                <a:srgbClr val="222222"/>
              </a:solidFill>
              <a:latin typeface="Barlow"/>
              <a:ea typeface="Barlow"/>
              <a:cs typeface="Barlow"/>
              <a:sym typeface="Barlow"/>
            </a:endParaRPr>
          </a:p>
        </p:txBody>
      </p:sp>
      <p:sp>
        <p:nvSpPr>
          <p:cNvPr id="631" name="Google Shape;631;p7"/>
          <p:cNvSpPr txBox="1"/>
          <p:nvPr/>
        </p:nvSpPr>
        <p:spPr>
          <a:xfrm>
            <a:off x="379894" y="3711854"/>
            <a:ext cx="1485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800"/>
              <a:buFont typeface="Barlow"/>
              <a:buNone/>
            </a:pPr>
            <a:r>
              <a:rPr b="1" i="0" lang="en-US" sz="1800" u="none" cap="none" strike="noStrike">
                <a:solidFill>
                  <a:srgbClr val="222222"/>
                </a:solidFill>
                <a:latin typeface="Barlow"/>
                <a:ea typeface="Barlow"/>
                <a:cs typeface="Barlow"/>
                <a:sym typeface="Barlow"/>
              </a:rPr>
              <a:t>7 Kursi</a:t>
            </a:r>
            <a:endParaRPr b="0" i="0" sz="1400" u="none" cap="none" strike="noStrike">
              <a:solidFill>
                <a:srgbClr val="222222"/>
              </a:solidFill>
              <a:latin typeface="Barlow"/>
              <a:ea typeface="Barlow"/>
              <a:cs typeface="Barlow"/>
              <a:sym typeface="Barlow"/>
            </a:endParaRPr>
          </a:p>
        </p:txBody>
      </p:sp>
      <p:sp>
        <p:nvSpPr>
          <p:cNvPr id="632" name="Google Shape;632;p7"/>
          <p:cNvSpPr txBox="1"/>
          <p:nvPr/>
        </p:nvSpPr>
        <p:spPr>
          <a:xfrm>
            <a:off x="2070250" y="3685384"/>
            <a:ext cx="1485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800"/>
              <a:buFont typeface="Barlow"/>
              <a:buNone/>
            </a:pPr>
            <a:r>
              <a:rPr b="1" i="0" lang="en-US" sz="1800" u="none" cap="none" strike="noStrike">
                <a:solidFill>
                  <a:srgbClr val="222222"/>
                </a:solidFill>
                <a:latin typeface="Barlow"/>
                <a:ea typeface="Barlow"/>
                <a:cs typeface="Barlow"/>
                <a:sym typeface="Barlow"/>
              </a:rPr>
              <a:t>8 Kursi</a:t>
            </a:r>
            <a:endParaRPr b="0" i="0" sz="1400" u="none" cap="none" strike="noStrike">
              <a:solidFill>
                <a:srgbClr val="222222"/>
              </a:solidFill>
              <a:latin typeface="Barlow"/>
              <a:ea typeface="Barlow"/>
              <a:cs typeface="Barlow"/>
              <a:sym typeface="Barlow"/>
            </a:endParaRPr>
          </a:p>
        </p:txBody>
      </p:sp>
      <p:sp>
        <p:nvSpPr>
          <p:cNvPr id="633" name="Google Shape;633;p7"/>
          <p:cNvSpPr txBox="1"/>
          <p:nvPr/>
        </p:nvSpPr>
        <p:spPr>
          <a:xfrm>
            <a:off x="3964975" y="3685384"/>
            <a:ext cx="1485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800"/>
              <a:buFont typeface="Barlow"/>
              <a:buNone/>
            </a:pPr>
            <a:r>
              <a:rPr b="1" i="0" lang="en-US" sz="1800" u="none" cap="none" strike="noStrike">
                <a:solidFill>
                  <a:srgbClr val="222222"/>
                </a:solidFill>
                <a:latin typeface="Barlow"/>
                <a:ea typeface="Barlow"/>
                <a:cs typeface="Barlow"/>
                <a:sym typeface="Barlow"/>
              </a:rPr>
              <a:t>6 Kursi</a:t>
            </a:r>
            <a:endParaRPr b="0" i="0" sz="1400" u="none" cap="none" strike="noStrike">
              <a:solidFill>
                <a:srgbClr val="222222"/>
              </a:solidFill>
              <a:latin typeface="Barlow"/>
              <a:ea typeface="Barlow"/>
              <a:cs typeface="Barlow"/>
              <a:sym typeface="Barlow"/>
            </a:endParaRPr>
          </a:p>
        </p:txBody>
      </p:sp>
      <p:sp>
        <p:nvSpPr>
          <p:cNvPr id="634" name="Google Shape;634;p7"/>
          <p:cNvSpPr txBox="1"/>
          <p:nvPr/>
        </p:nvSpPr>
        <p:spPr>
          <a:xfrm>
            <a:off x="190333" y="5807915"/>
            <a:ext cx="10521258"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1" lang="en-US" sz="1400" u="none" cap="none" strike="noStrike">
                <a:solidFill>
                  <a:srgbClr val="222222"/>
                </a:solidFill>
                <a:latin typeface="Barlow"/>
                <a:ea typeface="Barlow"/>
                <a:cs typeface="Barlow"/>
                <a:sym typeface="Barlow"/>
              </a:rPr>
              <a:t>Catatan: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22222"/>
                </a:solidFill>
                <a:latin typeface="Barlow"/>
                <a:ea typeface="Barlow"/>
                <a:cs typeface="Barlow"/>
                <a:sym typeface="Barlow"/>
              </a:rPr>
              <a:t>* Status Quo pembagian kursi Dewan terhadap kawasan-kawasan sudah mengkristal sejak 1995 dengan komposisi diatas.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222222"/>
                </a:solidFill>
                <a:latin typeface="Barlow"/>
                <a:ea typeface="Barlow"/>
                <a:cs typeface="Barlow"/>
                <a:sym typeface="Barlow"/>
              </a:rPr>
              <a:t>** Perubahan terakhir terjadi pada 2003 saat Singapura dan Afrika Selatan masuk di Part II, dan RRT pindah ke Part I pada tahun 2004. *** Mesir dan Maroko secara geografis berada di benua afrika (dual identity)</a:t>
            </a:r>
            <a:endParaRPr b="0" i="0" sz="1400" u="none" cap="none" strike="noStrike">
              <a:solidFill>
                <a:srgbClr val="000000"/>
              </a:solidFill>
              <a:latin typeface="Arial"/>
              <a:ea typeface="Arial"/>
              <a:cs typeface="Arial"/>
              <a:sym typeface="Arial"/>
            </a:endParaRPr>
          </a:p>
        </p:txBody>
      </p:sp>
      <p:sp>
        <p:nvSpPr>
          <p:cNvPr id="635" name="Google Shape;635;p7"/>
          <p:cNvSpPr txBox="1"/>
          <p:nvPr/>
        </p:nvSpPr>
        <p:spPr>
          <a:xfrm>
            <a:off x="6302151" y="3685384"/>
            <a:ext cx="1485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800"/>
              <a:buFont typeface="Barlow"/>
              <a:buNone/>
            </a:pPr>
            <a:r>
              <a:rPr b="1" i="0" lang="en-US" sz="1800" u="none" cap="none" strike="noStrike">
                <a:solidFill>
                  <a:srgbClr val="222222"/>
                </a:solidFill>
                <a:latin typeface="Barlow"/>
                <a:ea typeface="Barlow"/>
                <a:cs typeface="Barlow"/>
                <a:sym typeface="Barlow"/>
              </a:rPr>
              <a:t>5 Kursi</a:t>
            </a:r>
            <a:endParaRPr b="0" i="0" sz="1400" u="none" cap="none" strike="noStrike">
              <a:solidFill>
                <a:srgbClr val="222222"/>
              </a:solidFill>
              <a:latin typeface="Barlow"/>
              <a:ea typeface="Barlow"/>
              <a:cs typeface="Barlow"/>
              <a:sym typeface="Barlow"/>
            </a:endParaRPr>
          </a:p>
        </p:txBody>
      </p:sp>
      <p:sp>
        <p:nvSpPr>
          <p:cNvPr id="636" name="Google Shape;636;p7"/>
          <p:cNvSpPr txBox="1"/>
          <p:nvPr/>
        </p:nvSpPr>
        <p:spPr>
          <a:xfrm>
            <a:off x="8342009" y="4943061"/>
            <a:ext cx="1485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800"/>
              <a:buFont typeface="Barlow"/>
              <a:buNone/>
            </a:pPr>
            <a:r>
              <a:rPr b="1" i="0" lang="en-US" sz="1800" u="none" cap="none" strike="noStrike">
                <a:solidFill>
                  <a:srgbClr val="222222"/>
                </a:solidFill>
                <a:latin typeface="Barlow"/>
                <a:ea typeface="Barlow"/>
                <a:cs typeface="Barlow"/>
                <a:sym typeface="Barlow"/>
              </a:rPr>
              <a:t>8 + 2 Kursi</a:t>
            </a:r>
            <a:endParaRPr b="0" i="0" sz="1400" u="none" cap="none" strike="noStrike">
              <a:solidFill>
                <a:srgbClr val="222222"/>
              </a:solidFill>
              <a:latin typeface="Barlow"/>
              <a:ea typeface="Barlow"/>
              <a:cs typeface="Barlow"/>
              <a:sym typeface="Barlo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pic>
        <p:nvPicPr>
          <p:cNvPr id="641" name="Google Shape;641;p11"/>
          <p:cNvPicPr preferRelativeResize="0"/>
          <p:nvPr/>
        </p:nvPicPr>
        <p:blipFill rotWithShape="1">
          <a:blip r:embed="rId3">
            <a:alphaModFix/>
          </a:blip>
          <a:srcRect b="0" l="2216" r="66686" t="9423"/>
          <a:stretch/>
        </p:blipFill>
        <p:spPr>
          <a:xfrm>
            <a:off x="10018589" y="95410"/>
            <a:ext cx="2101850" cy="555243"/>
          </a:xfrm>
          <a:prstGeom prst="rect">
            <a:avLst/>
          </a:prstGeom>
          <a:solidFill>
            <a:srgbClr val="D8D8D8"/>
          </a:solidFill>
          <a:ln>
            <a:noFill/>
          </a:ln>
        </p:spPr>
      </p:pic>
      <p:sp>
        <p:nvSpPr>
          <p:cNvPr id="642" name="Google Shape;642;p11"/>
          <p:cNvSpPr txBox="1"/>
          <p:nvPr/>
        </p:nvSpPr>
        <p:spPr>
          <a:xfrm>
            <a:off x="10686398" y="243578"/>
            <a:ext cx="1448858" cy="266430"/>
          </a:xfrm>
          <a:prstGeom prst="rect">
            <a:avLst/>
          </a:prstGeom>
          <a:noFill/>
          <a:ln>
            <a:noFill/>
          </a:ln>
        </p:spPr>
        <p:txBody>
          <a:bodyPr anchorCtr="0" anchor="t" bIns="30250" lIns="60450" spcFirstLastPara="1" rIns="60450" wrap="square" tIns="30250">
            <a:spAutoFit/>
          </a:bodyPr>
          <a:lstStyle/>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KEMENTERIAN PERHUBUNGAN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REPUBLIK INDONESIA</a:t>
            </a:r>
            <a:endParaRPr b="0" i="0" sz="1400" u="none" cap="none" strike="noStrike">
              <a:solidFill>
                <a:srgbClr val="000000"/>
              </a:solidFill>
              <a:latin typeface="Arial"/>
              <a:ea typeface="Arial"/>
              <a:cs typeface="Arial"/>
              <a:sym typeface="Arial"/>
            </a:endParaRPr>
          </a:p>
        </p:txBody>
      </p:sp>
      <p:pic>
        <p:nvPicPr>
          <p:cNvPr id="643" name="Google Shape;643;p11"/>
          <p:cNvPicPr preferRelativeResize="0"/>
          <p:nvPr/>
        </p:nvPicPr>
        <p:blipFill rotWithShape="1">
          <a:blip r:embed="rId4">
            <a:alphaModFix/>
          </a:blip>
          <a:srcRect b="0" l="0" r="0" t="0"/>
          <a:stretch/>
        </p:blipFill>
        <p:spPr>
          <a:xfrm>
            <a:off x="10440864" y="241461"/>
            <a:ext cx="245533" cy="282575"/>
          </a:xfrm>
          <a:prstGeom prst="rect">
            <a:avLst/>
          </a:prstGeom>
          <a:noFill/>
          <a:ln>
            <a:noFill/>
          </a:ln>
        </p:spPr>
      </p:pic>
      <p:sp>
        <p:nvSpPr>
          <p:cNvPr id="644" name="Google Shape;644;p11"/>
          <p:cNvSpPr/>
          <p:nvPr/>
        </p:nvSpPr>
        <p:spPr>
          <a:xfrm>
            <a:off x="10068331" y="221353"/>
            <a:ext cx="298450" cy="28892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645" name="Google Shape;645;p11"/>
          <p:cNvSpPr txBox="1"/>
          <p:nvPr/>
        </p:nvSpPr>
        <p:spPr>
          <a:xfrm>
            <a:off x="177000" y="47593"/>
            <a:ext cx="9891331" cy="377882"/>
          </a:xfrm>
          <a:prstGeom prst="rect">
            <a:avLst/>
          </a:prstGeom>
          <a:noFill/>
          <a:ln>
            <a:noFill/>
          </a:ln>
        </p:spPr>
        <p:txBody>
          <a:bodyPr anchorCtr="0" anchor="t" bIns="0" lIns="0" spcFirstLastPara="1" rIns="0" wrap="square" tIns="8450">
            <a:spAutoFit/>
          </a:bodyPr>
          <a:lstStyle/>
          <a:p>
            <a:pPr indent="0" lvl="0" marL="8467" marR="0" rtl="0" algn="l">
              <a:lnSpc>
                <a:spcPct val="100000"/>
              </a:lnSpc>
              <a:spcBef>
                <a:spcPts val="0"/>
              </a:spcBef>
              <a:spcAft>
                <a:spcPts val="0"/>
              </a:spcAft>
              <a:buClr>
                <a:srgbClr val="000000"/>
              </a:buClr>
              <a:buSzPts val="2400"/>
              <a:buFont typeface="Arial"/>
              <a:buNone/>
            </a:pPr>
            <a:r>
              <a:rPr b="1" i="0" lang="en-US" sz="2400" u="none" cap="none" strike="noStrike">
                <a:solidFill>
                  <a:srgbClr val="001F5F"/>
                </a:solidFill>
                <a:latin typeface="Calibri"/>
                <a:ea typeface="Calibri"/>
                <a:cs typeface="Calibri"/>
                <a:sym typeface="Calibri"/>
              </a:rPr>
              <a:t>KEUNGGULAN INDONESIA DALAM PENCALONAN MENJADI DEWAN ICAO</a:t>
            </a:r>
            <a:endParaRPr b="0" i="0" sz="1400" u="none" cap="none" strike="noStrike">
              <a:solidFill>
                <a:srgbClr val="000000"/>
              </a:solidFill>
              <a:latin typeface="Arial"/>
              <a:ea typeface="Arial"/>
              <a:cs typeface="Arial"/>
              <a:sym typeface="Arial"/>
            </a:endParaRPr>
          </a:p>
        </p:txBody>
      </p:sp>
      <p:sp>
        <p:nvSpPr>
          <p:cNvPr id="646" name="Google Shape;646;p11"/>
          <p:cNvSpPr txBox="1"/>
          <p:nvPr/>
        </p:nvSpPr>
        <p:spPr>
          <a:xfrm>
            <a:off x="11556886" y="6416675"/>
            <a:ext cx="379527" cy="3651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1" i="0" lang="en-US" sz="1400" u="none" cap="none" strike="noStrike">
                <a:solidFill>
                  <a:srgbClr val="000000"/>
                </a:solidFill>
                <a:latin typeface="Quattrocento Sans"/>
                <a:ea typeface="Quattrocento Sans"/>
                <a:cs typeface="Quattrocento Sans"/>
                <a:sym typeface="Quattrocento Sans"/>
              </a:rPr>
              <a:t>‹#›</a:t>
            </a:fld>
            <a:endParaRPr b="1" i="0" sz="1400" u="none" cap="none" strike="noStrike">
              <a:solidFill>
                <a:srgbClr val="000000"/>
              </a:solidFill>
              <a:latin typeface="Quattrocento Sans"/>
              <a:ea typeface="Quattrocento Sans"/>
              <a:cs typeface="Quattrocento Sans"/>
              <a:sym typeface="Quattrocento Sans"/>
            </a:endParaRPr>
          </a:p>
        </p:txBody>
      </p:sp>
      <p:cxnSp>
        <p:nvCxnSpPr>
          <p:cNvPr id="647" name="Google Shape;647;p11"/>
          <p:cNvCxnSpPr/>
          <p:nvPr/>
        </p:nvCxnSpPr>
        <p:spPr>
          <a:xfrm>
            <a:off x="11644313" y="6484937"/>
            <a:ext cx="0" cy="177800"/>
          </a:xfrm>
          <a:prstGeom prst="straightConnector1">
            <a:avLst/>
          </a:prstGeom>
          <a:noFill/>
          <a:ln cap="flat" cmpd="sng" w="38100">
            <a:solidFill>
              <a:schemeClr val="dk1"/>
            </a:solidFill>
            <a:prstDash val="solid"/>
            <a:round/>
            <a:headEnd len="sm" w="sm" type="none"/>
            <a:tailEnd len="sm" w="sm" type="none"/>
          </a:ln>
        </p:spPr>
      </p:cxnSp>
      <p:sp>
        <p:nvSpPr>
          <p:cNvPr id="648" name="Google Shape;648;p11"/>
          <p:cNvSpPr/>
          <p:nvPr/>
        </p:nvSpPr>
        <p:spPr>
          <a:xfrm>
            <a:off x="177001" y="698470"/>
            <a:ext cx="9195600" cy="5708340"/>
          </a:xfrm>
          <a:prstGeom prst="roundRect">
            <a:avLst>
              <a:gd fmla="val 4110" name="adj"/>
            </a:avLst>
          </a:prstGeom>
          <a:solidFill>
            <a:schemeClr val="lt1"/>
          </a:solidFill>
          <a:ln cap="flat" cmpd="sng" w="25400">
            <a:solidFill>
              <a:srgbClr val="558AD0"/>
            </a:solidFill>
            <a:prstDash val="solid"/>
            <a:round/>
            <a:headEnd len="sm" w="sm" type="none"/>
            <a:tailEnd len="sm" w="sm" type="none"/>
          </a:ln>
        </p:spPr>
        <p:txBody>
          <a:bodyPr anchorCtr="0" anchor="ctr" bIns="45700" lIns="91425" spcFirstLastPara="1" rIns="91425" wrap="square" tIns="45700">
            <a:noAutofit/>
          </a:bodyPr>
          <a:lstStyle/>
          <a:p>
            <a:pPr indent="0" lvl="0" marL="0" marR="6985" rtl="0" algn="l">
              <a:lnSpc>
                <a:spcPct val="120000"/>
              </a:lnSpc>
              <a:spcBef>
                <a:spcPts val="0"/>
              </a:spcBef>
              <a:spcAft>
                <a:spcPts val="0"/>
              </a:spcAft>
              <a:buClr>
                <a:srgbClr val="000000"/>
              </a:buClr>
              <a:buSzPts val="1600"/>
              <a:buFont typeface="Arial"/>
              <a:buNone/>
            </a:pPr>
            <a:r>
              <a:rPr b="0" i="0" lang="en-US" sz="1500" u="none" cap="none" strike="noStrike">
                <a:solidFill>
                  <a:srgbClr val="0F243E"/>
                </a:solidFill>
                <a:latin typeface="Calibri"/>
                <a:ea typeface="Calibri"/>
                <a:cs typeface="Calibri"/>
                <a:sym typeface="Calibri"/>
              </a:rPr>
              <a:t>Meningkatnya profil Indonesia di dunia internasional melalui:</a:t>
            </a:r>
            <a:endParaRPr b="0" i="0" sz="1300" u="none" cap="none" strike="noStrike">
              <a:solidFill>
                <a:srgbClr val="000000"/>
              </a:solidFill>
              <a:latin typeface="Arial"/>
              <a:ea typeface="Arial"/>
              <a:cs typeface="Arial"/>
              <a:sym typeface="Arial"/>
            </a:endParaRPr>
          </a:p>
          <a:p>
            <a:pPr indent="-336548" lvl="0" marL="627063" marR="6985" rtl="0" algn="l">
              <a:lnSpc>
                <a:spcPct val="120000"/>
              </a:lnSpc>
              <a:spcBef>
                <a:spcPts val="600"/>
              </a:spcBef>
              <a:spcAft>
                <a:spcPts val="0"/>
              </a:spcAft>
              <a:buClr>
                <a:srgbClr val="0F243E"/>
              </a:buClr>
              <a:buSzPts val="1500"/>
              <a:buFont typeface="Calibri"/>
              <a:buAutoNum type="alphaLcPeriod"/>
            </a:pPr>
            <a:r>
              <a:rPr b="0" i="0" lang="en-US" sz="1500" u="none" cap="none" strike="noStrike">
                <a:solidFill>
                  <a:srgbClr val="0F243E"/>
                </a:solidFill>
                <a:latin typeface="Calibri"/>
                <a:ea typeface="Calibri"/>
                <a:cs typeface="Calibri"/>
                <a:sym typeface="Calibri"/>
              </a:rPr>
              <a:t>Salah satu negara penyedia layanan jasa navigasi penerbangan dengan pengelolaan FIR terbesar di kawasan;</a:t>
            </a:r>
            <a:endParaRPr b="0" i="0" sz="1300" u="none" cap="none" strike="noStrike">
              <a:solidFill>
                <a:srgbClr val="000000"/>
              </a:solidFill>
              <a:latin typeface="Arial"/>
              <a:ea typeface="Arial"/>
              <a:cs typeface="Arial"/>
              <a:sym typeface="Arial"/>
            </a:endParaRPr>
          </a:p>
          <a:p>
            <a:pPr indent="-336548" lvl="0" marL="627063" marR="6985" rtl="0" algn="l">
              <a:lnSpc>
                <a:spcPct val="120000"/>
              </a:lnSpc>
              <a:spcBef>
                <a:spcPts val="600"/>
              </a:spcBef>
              <a:spcAft>
                <a:spcPts val="0"/>
              </a:spcAft>
              <a:buClr>
                <a:srgbClr val="0F243E"/>
              </a:buClr>
              <a:buSzPts val="1500"/>
              <a:buFont typeface="Calibri"/>
              <a:buAutoNum type="alphaLcPeriod"/>
            </a:pPr>
            <a:r>
              <a:rPr b="0" i="0" lang="en-US" sz="1500" u="none" cap="none" strike="noStrike">
                <a:solidFill>
                  <a:srgbClr val="0F243E"/>
                </a:solidFill>
                <a:latin typeface="Calibri"/>
                <a:ea typeface="Calibri"/>
                <a:cs typeface="Calibri"/>
                <a:sym typeface="Calibri"/>
              </a:rPr>
              <a:t>Mempunyai dua bandara internasional yang menjadi salah satu destinasi utama/transit di kawasan;</a:t>
            </a:r>
            <a:endParaRPr b="0" i="0" sz="1300" u="none" cap="none" strike="noStrike">
              <a:solidFill>
                <a:srgbClr val="000000"/>
              </a:solidFill>
              <a:latin typeface="Arial"/>
              <a:ea typeface="Arial"/>
              <a:cs typeface="Arial"/>
              <a:sym typeface="Arial"/>
            </a:endParaRPr>
          </a:p>
          <a:p>
            <a:pPr indent="-336548" lvl="0" marL="627063" marR="6985" rtl="0" algn="l">
              <a:lnSpc>
                <a:spcPct val="120000"/>
              </a:lnSpc>
              <a:spcBef>
                <a:spcPts val="600"/>
              </a:spcBef>
              <a:spcAft>
                <a:spcPts val="0"/>
              </a:spcAft>
              <a:buClr>
                <a:srgbClr val="0F243E"/>
              </a:buClr>
              <a:buSzPts val="1500"/>
              <a:buFont typeface="Calibri"/>
              <a:buAutoNum type="alphaLcPeriod"/>
            </a:pPr>
            <a:r>
              <a:rPr b="0" i="0" lang="en-US" sz="1500" u="none" cap="none" strike="noStrike">
                <a:solidFill>
                  <a:srgbClr val="0F243E"/>
                </a:solidFill>
                <a:latin typeface="Calibri"/>
                <a:ea typeface="Calibri"/>
                <a:cs typeface="Calibri"/>
                <a:sym typeface="Calibri"/>
              </a:rPr>
              <a:t>Satu-satunya negara di kawasan Asia Tenggara yang mempunyai kapasitas produksi pesawat udara;</a:t>
            </a:r>
            <a:endParaRPr b="0" i="0" sz="1300" u="none" cap="none" strike="noStrike">
              <a:solidFill>
                <a:srgbClr val="000000"/>
              </a:solidFill>
              <a:latin typeface="Arial"/>
              <a:ea typeface="Arial"/>
              <a:cs typeface="Arial"/>
              <a:sym typeface="Arial"/>
            </a:endParaRPr>
          </a:p>
          <a:p>
            <a:pPr indent="-336548" lvl="0" marL="627063" marR="6985" rtl="0" algn="l">
              <a:lnSpc>
                <a:spcPct val="120000"/>
              </a:lnSpc>
              <a:spcBef>
                <a:spcPts val="600"/>
              </a:spcBef>
              <a:spcAft>
                <a:spcPts val="0"/>
              </a:spcAft>
              <a:buClr>
                <a:srgbClr val="0F243E"/>
              </a:buClr>
              <a:buSzPts val="1500"/>
              <a:buFont typeface="Calibri"/>
              <a:buAutoNum type="alphaLcPeriod"/>
            </a:pPr>
            <a:r>
              <a:rPr b="0" i="0" lang="en-US" sz="1500" u="none" cap="none" strike="noStrike">
                <a:solidFill>
                  <a:srgbClr val="0F243E"/>
                </a:solidFill>
                <a:latin typeface="Calibri"/>
                <a:ea typeface="Calibri"/>
                <a:cs typeface="Calibri"/>
                <a:sym typeface="Calibri"/>
              </a:rPr>
              <a:t>Saat ini berhasil mengamankan nilai audit keselamatan dan keamanan penerbangan diatas rata-rata global;</a:t>
            </a:r>
            <a:endParaRPr b="0" i="0" sz="1300" u="none" cap="none" strike="noStrike">
              <a:solidFill>
                <a:srgbClr val="000000"/>
              </a:solidFill>
              <a:latin typeface="Arial"/>
              <a:ea typeface="Arial"/>
              <a:cs typeface="Arial"/>
              <a:sym typeface="Arial"/>
            </a:endParaRPr>
          </a:p>
          <a:p>
            <a:pPr indent="-336548" lvl="0" marL="627063" marR="6985" rtl="0" algn="l">
              <a:lnSpc>
                <a:spcPct val="120000"/>
              </a:lnSpc>
              <a:spcBef>
                <a:spcPts val="600"/>
              </a:spcBef>
              <a:spcAft>
                <a:spcPts val="0"/>
              </a:spcAft>
              <a:buClr>
                <a:srgbClr val="0F243E"/>
              </a:buClr>
              <a:buSzPts val="1500"/>
              <a:buFont typeface="Calibri"/>
              <a:buAutoNum type="alphaLcPeriod"/>
            </a:pPr>
            <a:r>
              <a:rPr b="0" i="0" lang="en-US" sz="1500" u="none" cap="none" strike="noStrike">
                <a:solidFill>
                  <a:srgbClr val="0F243E"/>
                </a:solidFill>
                <a:latin typeface="Calibri"/>
                <a:ea typeface="Calibri"/>
                <a:cs typeface="Calibri"/>
                <a:sym typeface="Calibri"/>
              </a:rPr>
              <a:t>Aktif sebagai </a:t>
            </a:r>
            <a:r>
              <a:rPr b="0" i="1" lang="en-US" sz="1500" u="none" cap="none" strike="noStrike">
                <a:solidFill>
                  <a:srgbClr val="0F243E"/>
                </a:solidFill>
                <a:latin typeface="Calibri"/>
                <a:ea typeface="Calibri"/>
                <a:cs typeface="Calibri"/>
                <a:sym typeface="Calibri"/>
              </a:rPr>
              <a:t>donor country</a:t>
            </a:r>
            <a:r>
              <a:rPr b="0" i="0" lang="en-US" sz="1500" u="none" cap="none" strike="noStrike">
                <a:solidFill>
                  <a:srgbClr val="0F243E"/>
                </a:solidFill>
                <a:latin typeface="Calibri"/>
                <a:ea typeface="Calibri"/>
                <a:cs typeface="Calibri"/>
                <a:sym typeface="Calibri"/>
              </a:rPr>
              <a:t> dan memberikan asistensi teknis kepada negara-negara mitra. </a:t>
            </a:r>
            <a:r>
              <a:rPr b="0" i="0" lang="en-US" sz="1500" u="none" cap="none" strike="noStrike">
                <a:solidFill>
                  <a:schemeClr val="dk1"/>
                </a:solidFill>
                <a:latin typeface="Calibri"/>
                <a:ea typeface="Calibri"/>
                <a:cs typeface="Calibri"/>
                <a:sym typeface="Calibri"/>
              </a:rPr>
              <a:t>Pada periode 2021–2025 training tersebut diikuti oleh </a:t>
            </a:r>
            <a:r>
              <a:rPr b="1" i="0" lang="en-US" sz="1500" u="none" cap="none" strike="noStrike">
                <a:solidFill>
                  <a:schemeClr val="dk1"/>
                </a:solidFill>
                <a:latin typeface="Calibri"/>
                <a:ea typeface="Calibri"/>
                <a:cs typeface="Calibri"/>
                <a:sym typeface="Calibri"/>
              </a:rPr>
              <a:t>246 peserta yang berasal dari 81 negara.</a:t>
            </a:r>
            <a:endParaRPr b="0" i="0" sz="1500" u="none" cap="none" strike="noStrike">
              <a:solidFill>
                <a:srgbClr val="0F243E"/>
              </a:solidFill>
              <a:latin typeface="Calibri"/>
              <a:ea typeface="Calibri"/>
              <a:cs typeface="Calibri"/>
              <a:sym typeface="Calibri"/>
            </a:endParaRPr>
          </a:p>
          <a:p>
            <a:pPr indent="-336548" lvl="0" marL="627063" marR="6985" rtl="0" algn="l">
              <a:lnSpc>
                <a:spcPct val="120000"/>
              </a:lnSpc>
              <a:spcBef>
                <a:spcPts val="600"/>
              </a:spcBef>
              <a:spcAft>
                <a:spcPts val="0"/>
              </a:spcAft>
              <a:buClr>
                <a:schemeClr val="dk1"/>
              </a:buClr>
              <a:buSzPts val="1500"/>
              <a:buFont typeface="Calibri"/>
              <a:buAutoNum type="alphaLcPeriod"/>
            </a:pPr>
            <a:r>
              <a:rPr b="0" i="0" lang="en-US" sz="1500" u="none" cap="none" strike="noStrike">
                <a:solidFill>
                  <a:schemeClr val="dk1"/>
                </a:solidFill>
                <a:latin typeface="Calibri"/>
                <a:ea typeface="Calibri"/>
                <a:cs typeface="Calibri"/>
                <a:sym typeface="Calibri"/>
              </a:rPr>
              <a:t>Kapasitas di bidang asistensi teknis juga </a:t>
            </a:r>
            <a:r>
              <a:rPr b="1" i="0" lang="en-US" sz="1500" u="none" cap="none" strike="noStrike">
                <a:solidFill>
                  <a:schemeClr val="dk1"/>
                </a:solidFill>
                <a:latin typeface="Calibri"/>
                <a:ea typeface="Calibri"/>
                <a:cs typeface="Calibri"/>
                <a:sym typeface="Calibri"/>
              </a:rPr>
              <a:t>berkedudukan sejajar</a:t>
            </a:r>
            <a:r>
              <a:rPr b="0" i="0" lang="en-US" sz="1500" u="none" cap="none" strike="noStrike">
                <a:solidFill>
                  <a:schemeClr val="dk1"/>
                </a:solidFill>
                <a:latin typeface="Calibri"/>
                <a:ea typeface="Calibri"/>
                <a:cs typeface="Calibri"/>
                <a:sym typeface="Calibri"/>
              </a:rPr>
              <a:t> dengan Australia, Singapura, Korea Selatan dan Jepang, di bidang </a:t>
            </a:r>
            <a:r>
              <a:rPr b="0" i="1" lang="en-US" sz="1500" u="none" cap="none" strike="noStrike">
                <a:solidFill>
                  <a:schemeClr val="dk1"/>
                </a:solidFill>
                <a:latin typeface="Calibri"/>
                <a:ea typeface="Calibri"/>
                <a:cs typeface="Calibri"/>
                <a:sym typeface="Calibri"/>
              </a:rPr>
              <a:t>CORSIA buddy partnership program</a:t>
            </a:r>
            <a:r>
              <a:rPr b="0" i="0" lang="en-US" sz="1500" u="none" cap="none" strike="noStrike">
                <a:solidFill>
                  <a:schemeClr val="dk1"/>
                </a:solidFill>
                <a:latin typeface="Calibri"/>
                <a:ea typeface="Calibri"/>
                <a:cs typeface="Calibri"/>
                <a:sym typeface="Calibri"/>
              </a:rPr>
              <a:t> untuk negara-negara di kawasan Asia Pasifik.</a:t>
            </a:r>
            <a:endParaRPr b="0" i="0" sz="1300" u="none" cap="none" strike="noStrike">
              <a:solidFill>
                <a:srgbClr val="000000"/>
              </a:solidFill>
              <a:latin typeface="Arial"/>
              <a:ea typeface="Arial"/>
              <a:cs typeface="Arial"/>
              <a:sym typeface="Arial"/>
            </a:endParaRPr>
          </a:p>
          <a:p>
            <a:pPr indent="-336548" lvl="0" marL="627063" marR="6985" rtl="0" algn="l">
              <a:lnSpc>
                <a:spcPct val="120000"/>
              </a:lnSpc>
              <a:spcBef>
                <a:spcPts val="600"/>
              </a:spcBef>
              <a:spcAft>
                <a:spcPts val="0"/>
              </a:spcAft>
              <a:buClr>
                <a:schemeClr val="dk1"/>
              </a:buClr>
              <a:buSzPts val="1500"/>
              <a:buFont typeface="Calibri"/>
              <a:buAutoNum type="alphaLcPeriod"/>
            </a:pPr>
            <a:r>
              <a:rPr b="0" i="0" lang="en-US" sz="1500" u="none" cap="none" strike="noStrike">
                <a:solidFill>
                  <a:schemeClr val="dk1"/>
                </a:solidFill>
                <a:latin typeface="Calibri"/>
                <a:ea typeface="Calibri"/>
                <a:cs typeface="Calibri"/>
                <a:sym typeface="Calibri"/>
              </a:rPr>
              <a:t>SDM Indonesia menjadi </a:t>
            </a:r>
            <a:r>
              <a:rPr b="1" i="0" lang="en-US" sz="1500" u="none" cap="none" strike="noStrike">
                <a:solidFill>
                  <a:schemeClr val="dk1"/>
                </a:solidFill>
                <a:latin typeface="Calibri"/>
                <a:ea typeface="Calibri"/>
                <a:cs typeface="Calibri"/>
                <a:sym typeface="Calibri"/>
              </a:rPr>
              <a:t>instruktur ICAO </a:t>
            </a:r>
            <a:r>
              <a:rPr b="0" i="0" lang="en-US" sz="1500" u="none" cap="none" strike="noStrike">
                <a:solidFill>
                  <a:schemeClr val="dk1"/>
                </a:solidFill>
                <a:latin typeface="Calibri"/>
                <a:ea typeface="Calibri"/>
                <a:cs typeface="Calibri"/>
                <a:sym typeface="Calibri"/>
              </a:rPr>
              <a:t>di bidang keselamatan dan keamanan penerbangan dengan peserta training dari kawasan Asia Pasifik maupun global, selain itu konsisten dalam menjalankan program </a:t>
            </a:r>
            <a:r>
              <a:rPr b="1" i="1" lang="en-US" sz="1500" u="none" cap="none" strike="noStrike">
                <a:solidFill>
                  <a:srgbClr val="0F243E"/>
                </a:solidFill>
                <a:latin typeface="Calibri"/>
                <a:ea typeface="Calibri"/>
                <a:cs typeface="Calibri"/>
                <a:sym typeface="Calibri"/>
              </a:rPr>
              <a:t>secondment ICAO;</a:t>
            </a:r>
            <a:endParaRPr b="0" i="0" sz="1500" u="none" cap="none" strike="noStrike">
              <a:solidFill>
                <a:schemeClr val="dk1"/>
              </a:solidFill>
              <a:latin typeface="Calibri"/>
              <a:ea typeface="Calibri"/>
              <a:cs typeface="Calibri"/>
              <a:sym typeface="Calibri"/>
            </a:endParaRPr>
          </a:p>
          <a:p>
            <a:pPr indent="-336548" lvl="0" marL="627062" marR="6985" rtl="0" algn="l">
              <a:lnSpc>
                <a:spcPct val="120000"/>
              </a:lnSpc>
              <a:spcBef>
                <a:spcPts val="600"/>
              </a:spcBef>
              <a:spcAft>
                <a:spcPts val="0"/>
              </a:spcAft>
              <a:buClr>
                <a:srgbClr val="0F243E"/>
              </a:buClr>
              <a:buSzPts val="1500"/>
              <a:buFont typeface="Calibri"/>
              <a:buAutoNum type="alphaLcPeriod"/>
            </a:pPr>
            <a:r>
              <a:rPr b="0" i="0" lang="en-US" sz="1500" u="none" cap="none" strike="noStrike">
                <a:solidFill>
                  <a:srgbClr val="0F243E"/>
                </a:solidFill>
                <a:latin typeface="Calibri"/>
                <a:ea typeface="Calibri"/>
                <a:cs typeface="Calibri"/>
                <a:sym typeface="Calibri"/>
              </a:rPr>
              <a:t>Sebagai bagian dari </a:t>
            </a:r>
            <a:r>
              <a:rPr b="0" i="1" lang="en-US" sz="1500" u="none" cap="none" strike="noStrike">
                <a:solidFill>
                  <a:srgbClr val="0F243E"/>
                </a:solidFill>
                <a:latin typeface="Calibri"/>
                <a:ea typeface="Calibri"/>
                <a:cs typeface="Calibri"/>
                <a:sym typeface="Calibri"/>
              </a:rPr>
              <a:t>Buddy Partnership Programme </a:t>
            </a:r>
            <a:r>
              <a:rPr b="0" i="0" lang="en-US" sz="1500" u="none" cap="none" strike="noStrike">
                <a:solidFill>
                  <a:srgbClr val="0F243E"/>
                </a:solidFill>
                <a:latin typeface="Calibri"/>
                <a:ea typeface="Calibri"/>
                <a:cs typeface="Calibri"/>
                <a:sym typeface="Calibri"/>
              </a:rPr>
              <a:t>yakni </a:t>
            </a:r>
            <a:r>
              <a:rPr b="1" i="0" lang="en-US" sz="1500" u="none" cap="none" strike="noStrike">
                <a:solidFill>
                  <a:srgbClr val="0F243E"/>
                </a:solidFill>
                <a:latin typeface="Calibri"/>
                <a:ea typeface="Calibri"/>
                <a:cs typeface="Calibri"/>
                <a:sym typeface="Calibri"/>
              </a:rPr>
              <a:t>pemberian asistensi teknis </a:t>
            </a:r>
            <a:r>
              <a:rPr b="0" i="0" lang="en-US" sz="1500" u="none" cap="none" strike="noStrike">
                <a:solidFill>
                  <a:srgbClr val="0F243E"/>
                </a:solidFill>
                <a:latin typeface="Calibri"/>
                <a:ea typeface="Calibri"/>
                <a:cs typeface="Calibri"/>
                <a:sym typeface="Calibri"/>
              </a:rPr>
              <a:t>kepada Timor Leste dalam penyusunan </a:t>
            </a:r>
            <a:r>
              <a:rPr b="0" i="1" lang="en-US" sz="1500" u="none" cap="none" strike="noStrike">
                <a:solidFill>
                  <a:srgbClr val="0F243E"/>
                </a:solidFill>
                <a:latin typeface="Calibri"/>
                <a:ea typeface="Calibri"/>
                <a:cs typeface="Calibri"/>
                <a:sym typeface="Calibri"/>
              </a:rPr>
              <a:t>State Action Plan on Climate Change;</a:t>
            </a:r>
            <a:endParaRPr b="0" i="1" sz="1500" u="none" cap="none" strike="noStrike">
              <a:solidFill>
                <a:srgbClr val="0F243E"/>
              </a:solidFill>
              <a:latin typeface="Calibri"/>
              <a:ea typeface="Calibri"/>
              <a:cs typeface="Calibri"/>
              <a:sym typeface="Calibri"/>
            </a:endParaRPr>
          </a:p>
          <a:p>
            <a:pPr indent="-336548" lvl="0" marL="627063" marR="6985" rtl="0" algn="l">
              <a:lnSpc>
                <a:spcPct val="120000"/>
              </a:lnSpc>
              <a:spcBef>
                <a:spcPts val="600"/>
              </a:spcBef>
              <a:spcAft>
                <a:spcPts val="0"/>
              </a:spcAft>
              <a:buClr>
                <a:srgbClr val="0F243E"/>
              </a:buClr>
              <a:buSzPts val="1500"/>
              <a:buFont typeface="Calibri"/>
              <a:buAutoNum type="alphaLcPeriod"/>
            </a:pPr>
            <a:r>
              <a:rPr b="0" i="0" lang="en-US" sz="1500" u="none" cap="none" strike="noStrike">
                <a:solidFill>
                  <a:srgbClr val="0F243E"/>
                </a:solidFill>
                <a:latin typeface="Calibri"/>
                <a:ea typeface="Calibri"/>
                <a:cs typeface="Calibri"/>
                <a:sym typeface="Calibri"/>
              </a:rPr>
              <a:t>ICAO telah menetapkan bahwa </a:t>
            </a:r>
            <a:r>
              <a:rPr b="1" i="1" lang="en-US" sz="1500" u="none" cap="none" strike="noStrike">
                <a:solidFill>
                  <a:srgbClr val="0F243E"/>
                </a:solidFill>
                <a:latin typeface="Calibri"/>
                <a:ea typeface="Calibri"/>
                <a:cs typeface="Calibri"/>
                <a:sym typeface="Calibri"/>
              </a:rPr>
              <a:t>Palm Oil Mill Effluent </a:t>
            </a:r>
            <a:r>
              <a:rPr b="1" i="0" lang="en-US" sz="1500" u="none" cap="none" strike="noStrike">
                <a:solidFill>
                  <a:srgbClr val="0F243E"/>
                </a:solidFill>
                <a:latin typeface="Calibri"/>
                <a:ea typeface="Calibri"/>
                <a:cs typeface="Calibri"/>
                <a:sym typeface="Calibri"/>
              </a:rPr>
              <a:t>(POME)</a:t>
            </a:r>
            <a:r>
              <a:rPr b="0" i="0" lang="en-US" sz="1500" u="none" cap="none" strike="noStrike">
                <a:solidFill>
                  <a:srgbClr val="0F243E"/>
                </a:solidFill>
                <a:latin typeface="Calibri"/>
                <a:ea typeface="Calibri"/>
                <a:cs typeface="Calibri"/>
                <a:sym typeface="Calibri"/>
              </a:rPr>
              <a:t> masuk ke dalam ICAO CORSIA Life Cycle Default Emission per November 2025.</a:t>
            </a:r>
            <a:endParaRPr b="0" i="0" sz="1500" u="none" cap="none" strike="noStrike">
              <a:solidFill>
                <a:srgbClr val="0F243E"/>
              </a:solidFill>
              <a:latin typeface="Calibri"/>
              <a:ea typeface="Calibri"/>
              <a:cs typeface="Calibri"/>
              <a:sym typeface="Calibri"/>
            </a:endParaRPr>
          </a:p>
        </p:txBody>
      </p:sp>
      <p:pic>
        <p:nvPicPr>
          <p:cNvPr id="649" name="Google Shape;649;p11"/>
          <p:cNvPicPr preferRelativeResize="0"/>
          <p:nvPr/>
        </p:nvPicPr>
        <p:blipFill rotWithShape="1">
          <a:blip r:embed="rId6">
            <a:alphaModFix/>
          </a:blip>
          <a:srcRect b="0" l="0" r="0" t="0"/>
          <a:stretch/>
        </p:blipFill>
        <p:spPr>
          <a:xfrm>
            <a:off x="9568993" y="2667000"/>
            <a:ext cx="2551446" cy="2590800"/>
          </a:xfrm>
          <a:prstGeom prst="rect">
            <a:avLst/>
          </a:prstGeom>
          <a:noFill/>
          <a:ln>
            <a:noFill/>
          </a:ln>
        </p:spPr>
      </p:pic>
      <p:pic>
        <p:nvPicPr>
          <p:cNvPr id="650" name="Google Shape;650;p11"/>
          <p:cNvPicPr preferRelativeResize="0"/>
          <p:nvPr/>
        </p:nvPicPr>
        <p:blipFill rotWithShape="1">
          <a:blip r:embed="rId7">
            <a:alphaModFix/>
          </a:blip>
          <a:srcRect b="0" l="0" r="0" t="0"/>
          <a:stretch/>
        </p:blipFill>
        <p:spPr>
          <a:xfrm>
            <a:off x="9751784" y="4648200"/>
            <a:ext cx="763816" cy="533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g3bf70304d32_0_51"/>
          <p:cNvSpPr txBox="1"/>
          <p:nvPr>
            <p:ph type="ctrTitle"/>
          </p:nvPr>
        </p:nvSpPr>
        <p:spPr>
          <a:xfrm>
            <a:off x="315000" y="408776"/>
            <a:ext cx="11877000" cy="538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i="1" lang="en-US" sz="3500"/>
              <a:t>ICAO DEVELOPING COUNTRIES TRAINING PROGRAMME (DCTP)</a:t>
            </a:r>
            <a:endParaRPr i="1" sz="3500"/>
          </a:p>
        </p:txBody>
      </p:sp>
      <p:sp>
        <p:nvSpPr>
          <p:cNvPr id="656" name="Google Shape;656;g3bf70304d32_0_51"/>
          <p:cNvSpPr txBox="1"/>
          <p:nvPr>
            <p:ph idx="12" type="sldNum"/>
          </p:nvPr>
        </p:nvSpPr>
        <p:spPr>
          <a:xfrm>
            <a:off x="8778241" y="6377940"/>
            <a:ext cx="28041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US"/>
              <a:t>‹#›</a:t>
            </a:fld>
            <a:endParaRPr/>
          </a:p>
        </p:txBody>
      </p:sp>
      <p:sp>
        <p:nvSpPr>
          <p:cNvPr id="657" name="Google Shape;657;g3bf70304d32_0_51"/>
          <p:cNvSpPr txBox="1"/>
          <p:nvPr>
            <p:ph type="ctrTitle"/>
          </p:nvPr>
        </p:nvSpPr>
        <p:spPr>
          <a:xfrm>
            <a:off x="1080900" y="1331602"/>
            <a:ext cx="10345200" cy="3739485"/>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2700"/>
              <a:t>ICAO DCTP merupakan </a:t>
            </a:r>
            <a:r>
              <a:rPr b="0" lang="en-US" sz="2700"/>
              <a:t>program pelatihan bagi negara berkembang yang bertujuan mendukung dan meningkatkan keselamatan penerbangan sipil global melalui pengembangan sumber daya manusia, dengan menyediakan beasiswa untuk program pelatihan khusus penerbangan sipil yang diselenggarakan oleh BPSDMP dan dikelola oleh</a:t>
            </a:r>
            <a:r>
              <a:rPr b="0" i="1" lang="en-US" sz="2700"/>
              <a:t> ICAO Technical Cooperation Bureau/Capacity Development and Implementation.</a:t>
            </a:r>
            <a:endParaRPr sz="2700"/>
          </a:p>
          <a:p>
            <a:pPr indent="0" lvl="0" marL="0" rtl="0" algn="ctr">
              <a:lnSpc>
                <a:spcPct val="100000"/>
              </a:lnSpc>
              <a:spcBef>
                <a:spcPts val="0"/>
              </a:spcBef>
              <a:spcAft>
                <a:spcPts val="0"/>
              </a:spcAft>
              <a:buSzPts val="1400"/>
              <a:buNone/>
            </a:pPr>
            <a:br>
              <a:rPr lang="en-US" sz="2700"/>
            </a:br>
            <a:endParaRPr sz="2700"/>
          </a:p>
          <a:p>
            <a:pPr indent="0" lvl="0" marL="0" rtl="0" algn="ctr">
              <a:lnSpc>
                <a:spcPct val="100000"/>
              </a:lnSpc>
              <a:spcBef>
                <a:spcPts val="0"/>
              </a:spcBef>
              <a:spcAft>
                <a:spcPts val="0"/>
              </a:spcAft>
              <a:buSzPts val="1400"/>
              <a:buNone/>
            </a:pPr>
            <a:r>
              <a:t/>
            </a:r>
            <a:endParaRPr b="0" i="1" sz="2700"/>
          </a:p>
        </p:txBody>
      </p:sp>
      <p:sp>
        <p:nvSpPr>
          <p:cNvPr id="658" name="Google Shape;658;g3bf70304d32_0_51"/>
          <p:cNvSpPr txBox="1"/>
          <p:nvPr/>
        </p:nvSpPr>
        <p:spPr>
          <a:xfrm>
            <a:off x="702741" y="4008439"/>
            <a:ext cx="6552790" cy="21544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2000" u="none" cap="none" strike="noStrike">
                <a:solidFill>
                  <a:srgbClr val="001F5F"/>
                </a:solidFill>
                <a:latin typeface="Calibri"/>
                <a:ea typeface="Calibri"/>
                <a:cs typeface="Calibri"/>
                <a:sym typeface="Calibri"/>
              </a:rPr>
              <a:t>Training yang diberikan:</a:t>
            </a:r>
            <a:endParaRPr/>
          </a:p>
          <a:p>
            <a:pPr indent="-457200" lvl="0" marL="457200" marR="0" rtl="0" algn="l">
              <a:lnSpc>
                <a:spcPct val="100000"/>
              </a:lnSpc>
              <a:spcBef>
                <a:spcPts val="0"/>
              </a:spcBef>
              <a:spcAft>
                <a:spcPts val="0"/>
              </a:spcAft>
              <a:buClr>
                <a:srgbClr val="000000"/>
              </a:buClr>
              <a:buSzPts val="1400"/>
              <a:buFont typeface="Arial"/>
              <a:buChar char="•"/>
            </a:pPr>
            <a:r>
              <a:rPr b="0" i="0" lang="en-US" sz="2000" u="none" cap="none" strike="noStrike">
                <a:solidFill>
                  <a:srgbClr val="001F5F"/>
                </a:solidFill>
                <a:latin typeface="Calibri"/>
                <a:ea typeface="Calibri"/>
                <a:cs typeface="Calibri"/>
                <a:sym typeface="Calibri"/>
              </a:rPr>
              <a:t>CORSIA</a:t>
            </a:r>
            <a:endParaRPr/>
          </a:p>
          <a:p>
            <a:pPr indent="-457200" lvl="0" marL="457200" marR="0" rtl="0" algn="l">
              <a:lnSpc>
                <a:spcPct val="100000"/>
              </a:lnSpc>
              <a:spcBef>
                <a:spcPts val="0"/>
              </a:spcBef>
              <a:spcAft>
                <a:spcPts val="0"/>
              </a:spcAft>
              <a:buClr>
                <a:srgbClr val="000000"/>
              </a:buClr>
              <a:buSzPts val="1400"/>
              <a:buFont typeface="Arial"/>
              <a:buChar char="•"/>
            </a:pPr>
            <a:r>
              <a:rPr b="0" i="1" lang="en-US" sz="2000" u="none" cap="none" strike="noStrike">
                <a:solidFill>
                  <a:srgbClr val="001F5F"/>
                </a:solidFill>
                <a:latin typeface="Calibri"/>
                <a:ea typeface="Calibri"/>
                <a:cs typeface="Calibri"/>
                <a:sym typeface="Calibri"/>
              </a:rPr>
              <a:t>Managing Aviation Training Intelligence</a:t>
            </a:r>
            <a:endParaRPr/>
          </a:p>
          <a:p>
            <a:pPr indent="-457200" lvl="0" marL="457200" marR="0" rtl="0" algn="l">
              <a:lnSpc>
                <a:spcPct val="100000"/>
              </a:lnSpc>
              <a:spcBef>
                <a:spcPts val="0"/>
              </a:spcBef>
              <a:spcAft>
                <a:spcPts val="0"/>
              </a:spcAft>
              <a:buClr>
                <a:srgbClr val="000000"/>
              </a:buClr>
              <a:buSzPts val="1400"/>
              <a:buFont typeface="Arial"/>
              <a:buChar char="•"/>
            </a:pPr>
            <a:r>
              <a:rPr b="0" i="1" lang="en-US" sz="2000" u="none" cap="none" strike="noStrike">
                <a:solidFill>
                  <a:srgbClr val="001F5F"/>
                </a:solidFill>
                <a:latin typeface="Calibri"/>
                <a:ea typeface="Calibri"/>
                <a:cs typeface="Calibri"/>
                <a:sym typeface="Calibri"/>
              </a:rPr>
              <a:t>Training Managers Course</a:t>
            </a:r>
            <a:endParaRPr/>
          </a:p>
          <a:p>
            <a:pPr indent="-457200" lvl="0" marL="457200" marR="0" rtl="0" algn="l">
              <a:lnSpc>
                <a:spcPct val="100000"/>
              </a:lnSpc>
              <a:spcBef>
                <a:spcPts val="0"/>
              </a:spcBef>
              <a:spcAft>
                <a:spcPts val="0"/>
              </a:spcAft>
              <a:buClr>
                <a:srgbClr val="000000"/>
              </a:buClr>
              <a:buSzPts val="1400"/>
              <a:buFont typeface="Arial"/>
              <a:buChar char="•"/>
            </a:pPr>
            <a:r>
              <a:rPr b="0" i="1" lang="en-US" sz="2000" u="none" cap="none" strike="noStrike">
                <a:solidFill>
                  <a:srgbClr val="001F5F"/>
                </a:solidFill>
                <a:latin typeface="Calibri"/>
                <a:ea typeface="Calibri"/>
                <a:cs typeface="Calibri"/>
                <a:sym typeface="Calibri"/>
              </a:rPr>
              <a:t>Air Cargo Safety Management</a:t>
            </a:r>
            <a:endParaRPr/>
          </a:p>
          <a:p>
            <a:pPr indent="-457200" lvl="0" marL="457200" marR="0" rtl="0" algn="l">
              <a:lnSpc>
                <a:spcPct val="100000"/>
              </a:lnSpc>
              <a:spcBef>
                <a:spcPts val="0"/>
              </a:spcBef>
              <a:spcAft>
                <a:spcPts val="0"/>
              </a:spcAft>
              <a:buClr>
                <a:srgbClr val="000000"/>
              </a:buClr>
              <a:buSzPts val="1400"/>
              <a:buFont typeface="Arial"/>
              <a:buChar char="•"/>
            </a:pPr>
            <a:r>
              <a:rPr b="0" i="1" lang="en-US" sz="2000" u="none" cap="none" strike="noStrike">
                <a:solidFill>
                  <a:srgbClr val="001F5F"/>
                </a:solidFill>
                <a:latin typeface="Calibri"/>
                <a:ea typeface="Calibri"/>
                <a:cs typeface="Calibri"/>
                <a:sym typeface="Calibri"/>
              </a:rPr>
              <a:t>Aviation Fire Fighting Foam Evaluation</a:t>
            </a:r>
            <a:endParaRPr/>
          </a:p>
          <a:p>
            <a:pPr indent="-457200" lvl="0" marL="457200" marR="0" rtl="0" algn="l">
              <a:lnSpc>
                <a:spcPct val="100000"/>
              </a:lnSpc>
              <a:spcBef>
                <a:spcPts val="0"/>
              </a:spcBef>
              <a:spcAft>
                <a:spcPts val="0"/>
              </a:spcAft>
              <a:buClr>
                <a:srgbClr val="000000"/>
              </a:buClr>
              <a:buSzPts val="1400"/>
              <a:buFont typeface="Arial"/>
              <a:buChar char="•"/>
            </a:pPr>
            <a:r>
              <a:rPr b="0" i="1" lang="en-US" sz="2000" u="none" cap="none" strike="noStrike">
                <a:solidFill>
                  <a:srgbClr val="001F5F"/>
                </a:solidFill>
                <a:latin typeface="Calibri"/>
                <a:ea typeface="Calibri"/>
                <a:cs typeface="Calibri"/>
                <a:sym typeface="Calibri"/>
              </a:rPr>
              <a:t>Safety Risk Management Fundamentals, </a:t>
            </a:r>
            <a:r>
              <a:rPr b="0" i="0" lang="en-US" sz="2000" u="none" cap="none" strike="noStrike">
                <a:solidFill>
                  <a:srgbClr val="001F5F"/>
                </a:solidFill>
                <a:latin typeface="Calibri"/>
                <a:ea typeface="Calibri"/>
                <a:cs typeface="Calibri"/>
                <a:sym typeface="Calibri"/>
              </a:rPr>
              <a:t>dan lain-lain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pic>
        <p:nvPicPr>
          <p:cNvPr id="663" name="Google Shape;663;g3bf70304d32_0_41"/>
          <p:cNvPicPr preferRelativeResize="0"/>
          <p:nvPr/>
        </p:nvPicPr>
        <p:blipFill rotWithShape="1">
          <a:blip r:embed="rId3">
            <a:alphaModFix/>
          </a:blip>
          <a:srcRect b="6985" l="28351" r="6036" t="24931"/>
          <a:stretch/>
        </p:blipFill>
        <p:spPr>
          <a:xfrm>
            <a:off x="433136" y="567890"/>
            <a:ext cx="11604858" cy="5987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4"/>
          <p:cNvSpPr txBox="1"/>
          <p:nvPr>
            <p:ph type="ctrTitle"/>
          </p:nvPr>
        </p:nvSpPr>
        <p:spPr>
          <a:xfrm>
            <a:off x="670034" y="532288"/>
            <a:ext cx="10998994" cy="553998"/>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1800"/>
              <a:t>NEGARA ANGGOTA ICAO YANG SUDAH MENERIMA TRAINING </a:t>
            </a:r>
            <a:r>
              <a:rPr lang="en-US" sz="1800">
                <a:solidFill>
                  <a:schemeClr val="dk2"/>
                </a:solidFill>
              </a:rPr>
              <a:t>DEVELOPING COUNTRY TRAINING PROGRAME</a:t>
            </a:r>
            <a:br>
              <a:rPr lang="en-US" sz="1800"/>
            </a:br>
            <a:r>
              <a:rPr lang="en-US" sz="1800"/>
              <a:t>DARI INDONESIA</a:t>
            </a:r>
            <a:endParaRPr sz="3200"/>
          </a:p>
        </p:txBody>
      </p:sp>
      <p:sp>
        <p:nvSpPr>
          <p:cNvPr id="669" name="Google Shape;669;p14"/>
          <p:cNvSpPr txBox="1"/>
          <p:nvPr>
            <p:ph idx="12" type="sldNum"/>
          </p:nvPr>
        </p:nvSpPr>
        <p:spPr>
          <a:xfrm>
            <a:off x="8778241" y="6377940"/>
            <a:ext cx="2804160" cy="276999"/>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graphicFrame>
        <p:nvGraphicFramePr>
          <p:cNvPr id="670" name="Google Shape;670;p14"/>
          <p:cNvGraphicFramePr/>
          <p:nvPr/>
        </p:nvGraphicFramePr>
        <p:xfrm>
          <a:off x="952638" y="1410862"/>
          <a:ext cx="3000000" cy="3000000"/>
        </p:xfrm>
        <a:graphic>
          <a:graphicData uri="http://schemas.openxmlformats.org/drawingml/2006/table">
            <a:tbl>
              <a:tblPr>
                <a:noFill/>
                <a:tableStyleId>{62BEBB63-10CE-439A-8028-848C20EB852D}</a:tableStyleId>
              </a:tblPr>
              <a:tblGrid>
                <a:gridCol w="1617725"/>
                <a:gridCol w="1906825"/>
                <a:gridCol w="2276575"/>
                <a:gridCol w="1501150"/>
                <a:gridCol w="1719850"/>
                <a:gridCol w="1411675"/>
              </a:tblGrid>
              <a:tr h="206400">
                <a:tc>
                  <a:txBody>
                    <a:bodyPr/>
                    <a:lstStyle/>
                    <a:p>
                      <a:pPr indent="0" lvl="0" marL="0" marR="0" rtl="0" algn="ctr">
                        <a:lnSpc>
                          <a:spcPct val="100000"/>
                        </a:lnSpc>
                        <a:spcBef>
                          <a:spcPts val="0"/>
                        </a:spcBef>
                        <a:spcAft>
                          <a:spcPts val="0"/>
                        </a:spcAft>
                        <a:buClr>
                          <a:srgbClr val="000000"/>
                        </a:buClr>
                        <a:buSzPts val="1600"/>
                        <a:buFont typeface="Calibri"/>
                        <a:buNone/>
                      </a:pPr>
                      <a:r>
                        <a:rPr b="1" lang="en-US" sz="1600" u="none" cap="none" strike="noStrike"/>
                        <a:t>Asia Pasifik</a:t>
                      </a:r>
                      <a:endParaRPr b="1" i="0" sz="1600" u="none" cap="none" strike="noStrike">
                        <a:solidFill>
                          <a:srgbClr val="000000"/>
                        </a:solidFill>
                        <a:latin typeface="Calibri"/>
                        <a:ea typeface="Calibri"/>
                        <a:cs typeface="Calibri"/>
                        <a:sym typeface="Calibri"/>
                      </a:endParaRPr>
                    </a:p>
                  </a:txBody>
                  <a:tcPr marT="425" marB="0" marR="425" marL="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00"/>
                    </a:solidFill>
                  </a:tcPr>
                </a:tc>
                <a:tc>
                  <a:txBody>
                    <a:bodyPr/>
                    <a:lstStyle/>
                    <a:p>
                      <a:pPr indent="0" lvl="0" marL="0" marR="0" rtl="0" algn="ctr">
                        <a:lnSpc>
                          <a:spcPct val="100000"/>
                        </a:lnSpc>
                        <a:spcBef>
                          <a:spcPts val="0"/>
                        </a:spcBef>
                        <a:spcAft>
                          <a:spcPts val="0"/>
                        </a:spcAft>
                        <a:buClr>
                          <a:srgbClr val="000000"/>
                        </a:buClr>
                        <a:buSzPts val="1600"/>
                        <a:buFont typeface="Calibri"/>
                        <a:buNone/>
                      </a:pPr>
                      <a:r>
                        <a:rPr b="1" lang="en-US" sz="1600" u="none" cap="none" strike="noStrike"/>
                        <a:t>Eropa</a:t>
                      </a:r>
                      <a:endParaRPr b="1" i="0" sz="1600" u="none" cap="none" strike="noStrike">
                        <a:solidFill>
                          <a:srgbClr val="000000"/>
                        </a:solidFill>
                        <a:latin typeface="Calibri"/>
                        <a:ea typeface="Calibri"/>
                        <a:cs typeface="Calibri"/>
                        <a:sym typeface="Calibri"/>
                      </a:endParaRPr>
                    </a:p>
                  </a:txBody>
                  <a:tcPr marT="425" marB="0" marR="425" marL="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00"/>
                    </a:solidFill>
                  </a:tcPr>
                </a:tc>
                <a:tc>
                  <a:txBody>
                    <a:bodyPr/>
                    <a:lstStyle/>
                    <a:p>
                      <a:pPr indent="0" lvl="0" marL="0" marR="0" rtl="0" algn="ctr">
                        <a:lnSpc>
                          <a:spcPct val="100000"/>
                        </a:lnSpc>
                        <a:spcBef>
                          <a:spcPts val="0"/>
                        </a:spcBef>
                        <a:spcAft>
                          <a:spcPts val="0"/>
                        </a:spcAft>
                        <a:buClr>
                          <a:srgbClr val="000000"/>
                        </a:buClr>
                        <a:buSzPts val="1600"/>
                        <a:buFont typeface="Calibri"/>
                        <a:buNone/>
                      </a:pPr>
                      <a:r>
                        <a:rPr b="1" lang="en-US" sz="1600" u="none" cap="none" strike="noStrike"/>
                        <a:t>Amerika Latin Karibia</a:t>
                      </a:r>
                      <a:endParaRPr b="1" i="0" sz="1600" u="none" cap="none" strike="noStrike">
                        <a:solidFill>
                          <a:srgbClr val="000000"/>
                        </a:solidFill>
                        <a:latin typeface="Calibri"/>
                        <a:ea typeface="Calibri"/>
                        <a:cs typeface="Calibri"/>
                        <a:sym typeface="Calibri"/>
                      </a:endParaRPr>
                    </a:p>
                  </a:txBody>
                  <a:tcPr marT="425" marB="0" marR="425" marL="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00"/>
                    </a:solidFill>
                  </a:tcPr>
                </a:tc>
                <a:tc>
                  <a:txBody>
                    <a:bodyPr/>
                    <a:lstStyle/>
                    <a:p>
                      <a:pPr indent="0" lvl="0" marL="0" marR="0" rtl="0" algn="ctr">
                        <a:lnSpc>
                          <a:spcPct val="100000"/>
                        </a:lnSpc>
                        <a:spcBef>
                          <a:spcPts val="0"/>
                        </a:spcBef>
                        <a:spcAft>
                          <a:spcPts val="0"/>
                        </a:spcAft>
                        <a:buClr>
                          <a:srgbClr val="000000"/>
                        </a:buClr>
                        <a:buSzPts val="1600"/>
                        <a:buFont typeface="Calibri"/>
                        <a:buNone/>
                      </a:pPr>
                      <a:r>
                        <a:rPr b="1" lang="en-US" sz="1600" u="none" cap="none" strike="noStrike"/>
                        <a:t>Timur Tengah</a:t>
                      </a:r>
                      <a:endParaRPr b="1" i="0" sz="1600" u="none" cap="none" strike="noStrike">
                        <a:solidFill>
                          <a:srgbClr val="000000"/>
                        </a:solidFill>
                        <a:latin typeface="Calibri"/>
                        <a:ea typeface="Calibri"/>
                        <a:cs typeface="Calibri"/>
                        <a:sym typeface="Calibri"/>
                      </a:endParaRPr>
                    </a:p>
                  </a:txBody>
                  <a:tcPr marT="425" marB="0" marR="425" marL="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00"/>
                    </a:solidFill>
                  </a:tcPr>
                </a:tc>
                <a:tc gridSpan="2">
                  <a:txBody>
                    <a:bodyPr/>
                    <a:lstStyle/>
                    <a:p>
                      <a:pPr indent="0" lvl="0" marL="0" marR="0" rtl="0" algn="ctr">
                        <a:lnSpc>
                          <a:spcPct val="100000"/>
                        </a:lnSpc>
                        <a:spcBef>
                          <a:spcPts val="0"/>
                        </a:spcBef>
                        <a:spcAft>
                          <a:spcPts val="0"/>
                        </a:spcAft>
                        <a:buClr>
                          <a:srgbClr val="000000"/>
                        </a:buClr>
                        <a:buSzPts val="1600"/>
                        <a:buFont typeface="Calibri"/>
                        <a:buNone/>
                      </a:pPr>
                      <a:r>
                        <a:rPr b="1" lang="en-US" sz="1600" u="none" cap="none" strike="noStrike"/>
                        <a:t>Afrika</a:t>
                      </a:r>
                      <a:endParaRPr b="1" i="0" sz="1600" u="none" cap="none" strike="noStrike">
                        <a:solidFill>
                          <a:srgbClr val="000000"/>
                        </a:solidFill>
                        <a:latin typeface="Calibri"/>
                        <a:ea typeface="Calibri"/>
                        <a:cs typeface="Calibri"/>
                        <a:sym typeface="Calibri"/>
                      </a:endParaRPr>
                    </a:p>
                  </a:txBody>
                  <a:tcPr marT="425" marB="0" marR="425" marL="4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00"/>
                    </a:solidFill>
                  </a:tcPr>
                </a:tc>
                <a:tc hMerge="1"/>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 Bangladesh</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Arial"/>
                        <a:buNone/>
                      </a:pPr>
                      <a:r>
                        <a:rPr lang="en-US" sz="1200" u="none" cap="none" strike="noStrike">
                          <a:solidFill>
                            <a:schemeClr val="dk1"/>
                          </a:solidFill>
                        </a:rPr>
                        <a:t>1. Azerbaijan</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 Bahamas</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rgbClr val="000000"/>
                        </a:buClr>
                        <a:buSzPts val="1200"/>
                        <a:buFont typeface="Calibri"/>
                        <a:buNone/>
                      </a:pPr>
                      <a:r>
                        <a:rPr lang="en-US" sz="1200" u="none" cap="none" strike="noStrike"/>
                        <a:t>1. Egypt</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228600" lvl="0" marL="342900" marR="0" rtl="0" algn="l">
                        <a:lnSpc>
                          <a:spcPct val="100000"/>
                        </a:lnSpc>
                        <a:spcBef>
                          <a:spcPts val="0"/>
                        </a:spcBef>
                        <a:spcAft>
                          <a:spcPts val="0"/>
                        </a:spcAft>
                        <a:buClr>
                          <a:schemeClr val="dk1"/>
                        </a:buClr>
                        <a:buSzPts val="1200"/>
                        <a:buFont typeface="Calibri"/>
                        <a:buAutoNum type="arabicPeriod"/>
                      </a:pPr>
                      <a:r>
                        <a:rPr lang="en-US" sz="1200" u="none" cap="none" strike="noStrike">
                          <a:solidFill>
                            <a:schemeClr val="dk1"/>
                          </a:solidFill>
                        </a:rPr>
                        <a:t>Algeria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21. Mozambique</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2. Bhutan</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Arial"/>
                        <a:buNone/>
                      </a:pPr>
                      <a:r>
                        <a:rPr lang="en-US" sz="1200" u="none" cap="none" strike="noStrike">
                          <a:solidFill>
                            <a:schemeClr val="dk1"/>
                          </a:solidFill>
                        </a:rPr>
                        <a:t>2. Belarus</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2. Barbados</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2. Iran</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2. Angola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22. Namibia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 Cambodia</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Arial"/>
                        <a:buNone/>
                      </a:pPr>
                      <a:r>
                        <a:rPr lang="en-US" sz="1200" u="none" cap="none" strike="noStrike">
                          <a:solidFill>
                            <a:schemeClr val="dk1"/>
                          </a:solidFill>
                        </a:rPr>
                        <a:t>3. Bosnia &amp; Herzegovina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 Belize</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 Iraq</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 Benin</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23. Nigeria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 Fiji</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Arial"/>
                        <a:buNone/>
                      </a:pPr>
                      <a:r>
                        <a:rPr lang="en-US" sz="1200" u="none" cap="none" strike="noStrike">
                          <a:solidFill>
                            <a:schemeClr val="dk1"/>
                          </a:solidFill>
                        </a:rPr>
                        <a:t>4. Georgia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 Brazil</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 Jordan</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 Burkina Faso</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24. Somalia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 India</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Arial"/>
                        <a:buNone/>
                      </a:pPr>
                      <a:r>
                        <a:rPr lang="en-US" sz="1200" u="none" cap="none" strike="noStrike">
                          <a:solidFill>
                            <a:schemeClr val="dk1"/>
                          </a:solidFill>
                        </a:rPr>
                        <a:t>5. Kazakhstan</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 Chile</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 Kuwait</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 Burundi</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25. South Sudan</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 Lao PDR</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Arial"/>
                        <a:buNone/>
                      </a:pPr>
                      <a:r>
                        <a:rPr lang="en-US" sz="1200" u="none" cap="none" strike="noStrike">
                          <a:solidFill>
                            <a:schemeClr val="dk1"/>
                          </a:solidFill>
                        </a:rPr>
                        <a:t>6. Kyrgyzstan</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 Dominican Republic</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 Lebanon</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 Cabo Verde</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26. Tanzania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7. Malaysia</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Arial"/>
                        <a:buNone/>
                      </a:pPr>
                      <a:r>
                        <a:rPr lang="en-US" sz="1200" u="none" cap="none" strike="noStrike">
                          <a:solidFill>
                            <a:schemeClr val="dk1"/>
                          </a:solidFill>
                        </a:rPr>
                        <a:t>7. Rep of North Macedonia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7. El Salvador</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7. Oman</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7. Cameroon</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27. Togo</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8. Maldives</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Arial"/>
                        <a:buNone/>
                      </a:pPr>
                      <a:r>
                        <a:rPr lang="en-US" sz="1200" u="none" cap="none" strike="noStrike">
                          <a:solidFill>
                            <a:schemeClr val="dk1"/>
                          </a:solidFill>
                        </a:rPr>
                        <a:t>8. Tajikistan</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8. Jamaica</a:t>
                      </a:r>
                      <a:endParaRPr sz="1400" u="none" cap="none" strike="noStrike"/>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8. Syria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8. Chad</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28. Tunisia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9. Mongolia</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Arial"/>
                        <a:buNone/>
                      </a:pPr>
                      <a:r>
                        <a:rPr lang="en-US" sz="1200" u="none" cap="none" strike="noStrike">
                          <a:solidFill>
                            <a:schemeClr val="dk1"/>
                          </a:solidFill>
                        </a:rPr>
                        <a:t>9. Uzbekistan</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9. Mexico</a:t>
                      </a:r>
                      <a:endParaRPr sz="1400" u="none" cap="none" strike="noStrike"/>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9. Yemen</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9. Côte d'Ivoire</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29. Uganda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10. Myanmar</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10. Peru</a:t>
                      </a:r>
                      <a:endParaRPr sz="1400" u="none" cap="none" strike="noStrike"/>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10. Djibouti</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30. Zimbabwe</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11. Nepal</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11. Saint Lucia</a:t>
                      </a:r>
                      <a:endParaRPr sz="1400" u="none" cap="none" strike="noStrike"/>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11. Ethiopia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12. Pakistan</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360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  12. Suriname</a:t>
                      </a:r>
                      <a:endParaRPr sz="1400" u="none" cap="none" strike="noStrike"/>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12. Gambia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13. Papua New Guinea</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360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  13. Venezuela</a:t>
                      </a:r>
                      <a:endParaRPr sz="1400" u="none" cap="none" strike="noStrike"/>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13. Ghana</a:t>
                      </a:r>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8925">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14. Philippines</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36000" marR="0" rtl="0" algn="l">
                        <a:lnSpc>
                          <a:spcPct val="100000"/>
                        </a:lnSpc>
                        <a:spcBef>
                          <a:spcPts val="0"/>
                        </a:spcBef>
                        <a:spcAft>
                          <a:spcPts val="0"/>
                        </a:spcAft>
                        <a:buClr>
                          <a:schemeClr val="dk1"/>
                        </a:buClr>
                        <a:buSzPts val="1200"/>
                        <a:buFont typeface="Calibri"/>
                        <a:buNone/>
                      </a:pPr>
                      <a:r>
                        <a:t/>
                      </a:r>
                      <a:endParaRPr sz="1400" u="none" cap="none" strike="noStrike"/>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14. Guinea</a:t>
                      </a:r>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15. Samoa</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rgbClr val="000000"/>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15. Kenya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16. Sri Lanka</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rgbClr val="000000"/>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16. Kingdom of Eswatini</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17. Thailand</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rgbClr val="000000"/>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17. Malawi</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18. Timor-Leste</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rgbClr val="000000"/>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18. Mali</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19. Vanuatu</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19. Mauritania</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44850">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20. VietNam</a:t>
                      </a:r>
                      <a:endParaRPr sz="1200" u="none" cap="none" strike="noStrike">
                        <a:solidFill>
                          <a:schemeClr val="dk1"/>
                        </a:solidFill>
                        <a:latin typeface="Calibri"/>
                        <a:ea typeface="Calibri"/>
                        <a:cs typeface="Calibri"/>
                        <a:sym typeface="Calibri"/>
                      </a:endParaRPr>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20. Mauritius</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8925">
                <a:tc>
                  <a:txBody>
                    <a:bodyPr/>
                    <a:lstStyle/>
                    <a:p>
                      <a:pPr indent="0" lvl="0" marL="0" marR="0" rtl="0" algn="l">
                        <a:lnSpc>
                          <a:spcPct val="100000"/>
                        </a:lnSpc>
                        <a:spcBef>
                          <a:spcPts val="0"/>
                        </a:spcBef>
                        <a:spcAft>
                          <a:spcPts val="0"/>
                        </a:spcAft>
                        <a:buNone/>
                      </a:pPr>
                      <a:r>
                        <a:t/>
                      </a:r>
                      <a:endParaRPr sz="1400" u="none" cap="none" strike="noStrike"/>
                    </a:p>
                  </a:txBody>
                  <a:tcPr marT="425" marB="0" marR="425" marL="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8925">
                <a:tc>
                  <a:txBody>
                    <a:bodyPr/>
                    <a:lstStyle/>
                    <a:p>
                      <a:pPr indent="0" lvl="0" marL="114300" marR="0" rtl="0" algn="l">
                        <a:lnSpc>
                          <a:spcPct val="100000"/>
                        </a:lnSpc>
                        <a:spcBef>
                          <a:spcPts val="0"/>
                        </a:spcBef>
                        <a:spcAft>
                          <a:spcPts val="0"/>
                        </a:spcAft>
                        <a:buClr>
                          <a:srgbClr val="000000"/>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t> </a:t>
                      </a:r>
                      <a:endParaRPr b="1" i="0" sz="1200" u="none" cap="none" strike="noStrike">
                        <a:solidFill>
                          <a:srgbClr val="000000"/>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11430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txBody>
                  <a:tcPr marT="425" marB="0" marR="425" marL="4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16"/>
          <p:cNvSpPr txBox="1"/>
          <p:nvPr>
            <p:ph type="ctrTitle"/>
          </p:nvPr>
        </p:nvSpPr>
        <p:spPr>
          <a:xfrm>
            <a:off x="838199" y="341561"/>
            <a:ext cx="10744201" cy="384721"/>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2500"/>
              <a:t>Identifikasi Pemberian </a:t>
            </a:r>
            <a:r>
              <a:rPr i="1" lang="en-US" sz="2500"/>
              <a:t>Training</a:t>
            </a:r>
            <a:r>
              <a:rPr lang="en-US" sz="2500"/>
              <a:t> DCTP di Kawasan Asia Pasifik (40 Negara)  </a:t>
            </a:r>
            <a:endParaRPr sz="2500"/>
          </a:p>
        </p:txBody>
      </p:sp>
      <p:sp>
        <p:nvSpPr>
          <p:cNvPr id="676" name="Google Shape;676;p16"/>
          <p:cNvSpPr txBox="1"/>
          <p:nvPr>
            <p:ph idx="12" type="sldNum"/>
          </p:nvPr>
        </p:nvSpPr>
        <p:spPr>
          <a:xfrm>
            <a:off x="8778241" y="6377940"/>
            <a:ext cx="2804160" cy="276999"/>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graphicFrame>
        <p:nvGraphicFramePr>
          <p:cNvPr id="677" name="Google Shape;677;p16"/>
          <p:cNvGraphicFramePr/>
          <p:nvPr/>
        </p:nvGraphicFramePr>
        <p:xfrm>
          <a:off x="2095500" y="1057588"/>
          <a:ext cx="3000000" cy="3000000"/>
        </p:xfrm>
        <a:graphic>
          <a:graphicData uri="http://schemas.openxmlformats.org/drawingml/2006/table">
            <a:tbl>
              <a:tblPr>
                <a:noFill/>
                <a:tableStyleId>{14ACD952-32F2-48F1-8F4E-34F11339E010}</a:tableStyleId>
              </a:tblPr>
              <a:tblGrid>
                <a:gridCol w="3962400"/>
                <a:gridCol w="4038600"/>
              </a:tblGrid>
              <a:tr h="313300">
                <a:tc>
                  <a:txBody>
                    <a:bodyPr/>
                    <a:lstStyle/>
                    <a:p>
                      <a:pPr indent="0" lvl="0" marL="0" marR="0" rtl="0" algn="ctr">
                        <a:lnSpc>
                          <a:spcPct val="100000"/>
                        </a:lnSpc>
                        <a:spcBef>
                          <a:spcPts val="0"/>
                        </a:spcBef>
                        <a:spcAft>
                          <a:spcPts val="0"/>
                        </a:spcAft>
                        <a:buClr>
                          <a:srgbClr val="F2F2F2"/>
                        </a:buClr>
                        <a:buSzPts val="1400"/>
                        <a:buFont typeface="Calibri"/>
                        <a:buNone/>
                      </a:pPr>
                      <a:r>
                        <a:rPr b="1" lang="en-US" sz="1400" u="none" cap="none" strike="noStrike">
                          <a:solidFill>
                            <a:srgbClr val="F2F2F2"/>
                          </a:solidFill>
                        </a:rPr>
                        <a:t>SUDAH MENERIMA TRAINING DCTP</a:t>
                      </a:r>
                      <a:endParaRPr b="1" i="0" sz="1400" u="none" cap="none" strike="noStrike">
                        <a:solidFill>
                          <a:srgbClr val="F2F2F2"/>
                        </a:solidFill>
                        <a:latin typeface="Calibri"/>
                        <a:ea typeface="Calibri"/>
                        <a:cs typeface="Calibri"/>
                        <a:sym typeface="Calibri"/>
                      </a:endParaRPr>
                    </a:p>
                  </a:txBody>
                  <a:tcPr marT="600" marB="0" marR="600" marL="600" anchor="ctr">
                    <a:solidFill>
                      <a:schemeClr val="dk2"/>
                    </a:solidFill>
                  </a:tcPr>
                </a:tc>
                <a:tc>
                  <a:txBody>
                    <a:bodyPr/>
                    <a:lstStyle/>
                    <a:p>
                      <a:pPr indent="0" lvl="0" marL="0" marR="0" rtl="0" algn="ctr">
                        <a:lnSpc>
                          <a:spcPct val="100000"/>
                        </a:lnSpc>
                        <a:spcBef>
                          <a:spcPts val="0"/>
                        </a:spcBef>
                        <a:spcAft>
                          <a:spcPts val="0"/>
                        </a:spcAft>
                        <a:buClr>
                          <a:srgbClr val="F2F2F2"/>
                        </a:buClr>
                        <a:buSzPts val="1400"/>
                        <a:buFont typeface="Calibri"/>
                        <a:buNone/>
                      </a:pPr>
                      <a:r>
                        <a:rPr b="1" lang="en-US" sz="1400" u="none" cap="none" strike="noStrike">
                          <a:solidFill>
                            <a:srgbClr val="F2F2F2"/>
                          </a:solidFill>
                        </a:rPr>
                        <a:t>BELUM  MENERIMA TRAINING DCTP</a:t>
                      </a:r>
                      <a:endParaRPr b="1" i="0" sz="1400" u="none" cap="none" strike="noStrike">
                        <a:solidFill>
                          <a:srgbClr val="F2F2F2"/>
                        </a:solidFill>
                        <a:latin typeface="Calibri"/>
                        <a:ea typeface="Calibri"/>
                        <a:cs typeface="Calibri"/>
                        <a:sym typeface="Calibri"/>
                      </a:endParaRPr>
                    </a:p>
                  </a:txBody>
                  <a:tcPr marT="600" marB="0" marR="600" marL="600" anchor="ctr">
                    <a:solidFill>
                      <a:schemeClr val="dk2"/>
                    </a:solidFill>
                  </a:tcPr>
                </a:tc>
              </a:tr>
              <a:tr h="3453675">
                <a:tc>
                  <a:txBody>
                    <a:bodyPr/>
                    <a:lstStyle/>
                    <a:p>
                      <a:pPr indent="-342900" lvl="0" marL="625475" marR="0" rtl="0" algn="l">
                        <a:lnSpc>
                          <a:spcPct val="100000"/>
                        </a:lnSpc>
                        <a:spcBef>
                          <a:spcPts val="0"/>
                        </a:spcBef>
                        <a:spcAft>
                          <a:spcPts val="0"/>
                        </a:spcAft>
                        <a:buClr>
                          <a:srgbClr val="000000"/>
                        </a:buClr>
                        <a:buSzPts val="1100"/>
                        <a:buFont typeface="Arial"/>
                        <a:buAutoNum type="arabicPeriod"/>
                      </a:pPr>
                      <a:r>
                        <a:rPr lang="en-US" sz="1100" u="none" cap="none" strike="noStrike">
                          <a:solidFill>
                            <a:srgbClr val="000000"/>
                          </a:solidFill>
                          <a:latin typeface="Calibri"/>
                          <a:ea typeface="Calibri"/>
                          <a:cs typeface="Calibri"/>
                          <a:sym typeface="Calibri"/>
                        </a:rPr>
                        <a:t>Bangladesh</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Bhutan</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Cambodia</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Fiji</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India</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Lao People’s Democratic Republic</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Malaysia</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Maldives</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Mongolia</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Myanmar</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Nepal</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Pakistan</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Papua New Guinea</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Philippines</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Samoa</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Sri Lanka</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Thailand</a:t>
                      </a:r>
                      <a:endParaRPr/>
                    </a:p>
                    <a:p>
                      <a:pPr indent="-342900" lvl="0" marL="625475" marR="0" rtl="0" algn="l">
                        <a:lnSpc>
                          <a:spcPct val="100000"/>
                        </a:lnSpc>
                        <a:spcBef>
                          <a:spcPts val="0"/>
                        </a:spcBef>
                        <a:spcAft>
                          <a:spcPts val="0"/>
                        </a:spcAft>
                        <a:buClr>
                          <a:srgbClr val="000000"/>
                        </a:buClr>
                        <a:buSzPts val="1100"/>
                        <a:buFont typeface="Arial"/>
                        <a:buAutoNum type="arabicPeriod"/>
                      </a:pPr>
                      <a:r>
                        <a:rPr b="0" i="0" lang="en-US" sz="1100" u="none" cap="none" strike="noStrike">
                          <a:solidFill>
                            <a:srgbClr val="000000"/>
                          </a:solidFill>
                          <a:latin typeface="Calibri"/>
                          <a:ea typeface="Calibri"/>
                          <a:cs typeface="Calibri"/>
                          <a:sym typeface="Calibri"/>
                        </a:rPr>
                        <a:t>Timor Leste</a:t>
                      </a:r>
                      <a:endParaRPr/>
                    </a:p>
                    <a:p>
                      <a:pPr indent="-342900" lvl="0" marL="625475" marR="0" rtl="0" algn="l">
                        <a:lnSpc>
                          <a:spcPct val="100000"/>
                        </a:lnSpc>
                        <a:spcBef>
                          <a:spcPts val="0"/>
                        </a:spcBef>
                        <a:spcAft>
                          <a:spcPts val="0"/>
                        </a:spcAft>
                        <a:buClr>
                          <a:srgbClr val="000000"/>
                        </a:buClr>
                        <a:buSzPts val="1100"/>
                        <a:buFont typeface="Arial"/>
                        <a:buAutoNum type="arabicPeriod"/>
                      </a:pPr>
                      <a:r>
                        <a:rPr lang="en-US" sz="1100" u="none" cap="none" strike="noStrike">
                          <a:solidFill>
                            <a:srgbClr val="000000"/>
                          </a:solidFill>
                          <a:latin typeface="Calibri"/>
                          <a:ea typeface="Calibri"/>
                          <a:cs typeface="Calibri"/>
                          <a:sym typeface="Calibri"/>
                        </a:rPr>
                        <a:t>Vanuatu</a:t>
                      </a:r>
                      <a:endParaRPr/>
                    </a:p>
                    <a:p>
                      <a:pPr indent="-342900" lvl="0" marL="625475" marR="0" rtl="0" algn="l">
                        <a:lnSpc>
                          <a:spcPct val="100000"/>
                        </a:lnSpc>
                        <a:spcBef>
                          <a:spcPts val="0"/>
                        </a:spcBef>
                        <a:spcAft>
                          <a:spcPts val="0"/>
                        </a:spcAft>
                        <a:buClr>
                          <a:srgbClr val="000000"/>
                        </a:buClr>
                        <a:buSzPts val="1100"/>
                        <a:buFont typeface="Arial"/>
                        <a:buAutoNum type="arabicPeriod"/>
                      </a:pPr>
                      <a:r>
                        <a:rPr lang="en-US" sz="1100" u="none" cap="none" strike="noStrike">
                          <a:solidFill>
                            <a:srgbClr val="000000"/>
                          </a:solidFill>
                          <a:latin typeface="Calibri"/>
                          <a:ea typeface="Calibri"/>
                          <a:cs typeface="Calibri"/>
                          <a:sym typeface="Calibri"/>
                        </a:rPr>
                        <a:t>Viet Nam</a:t>
                      </a:r>
                      <a:endParaRPr sz="1100" u="none" cap="none" strike="noStrike">
                        <a:latin typeface="Calibri"/>
                        <a:ea typeface="Calibri"/>
                        <a:cs typeface="Calibri"/>
                        <a:sym typeface="Calibri"/>
                      </a:endParaRPr>
                    </a:p>
                  </a:txBody>
                  <a:tcPr marT="625" marB="0" marR="625" marL="625" anchor="b">
                    <a:solidFill>
                      <a:srgbClr val="EAF1DD"/>
                    </a:solidFill>
                  </a:tcPr>
                </a:tc>
                <a:tc rowSpan="2">
                  <a:txBody>
                    <a:bodyPr/>
                    <a:lstStyle/>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Afghanistan</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Australia</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Brunei Darussalam</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China</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Cook Islands</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Democratic People’s Republic of Korea</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Federated States of Micronesia</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Hongkong SAR</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Japan</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Kiribati</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Macau SAR</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Marshall Islands</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Nauru</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New Zealand</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Palau</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Republic of Korea</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Singapore</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Solomon Islands</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Tonga</a:t>
                      </a:r>
                      <a:endParaRPr/>
                    </a:p>
                    <a:p>
                      <a:pPr indent="-342900" lvl="0" marL="625475" marR="0" rtl="0" algn="l">
                        <a:lnSpc>
                          <a:spcPct val="100000"/>
                        </a:lnSpc>
                        <a:spcBef>
                          <a:spcPts val="0"/>
                        </a:spcBef>
                        <a:spcAft>
                          <a:spcPts val="0"/>
                        </a:spcAft>
                        <a:buClr>
                          <a:srgbClr val="000000"/>
                        </a:buClr>
                        <a:buSzPts val="1400"/>
                        <a:buFont typeface="Arial"/>
                        <a:buAutoNum type="arabicPeriod"/>
                      </a:pPr>
                      <a:r>
                        <a:rPr b="0" i="0" lang="en-US" sz="1100" u="none" cap="none" strike="noStrike">
                          <a:solidFill>
                            <a:srgbClr val="000000"/>
                          </a:solidFill>
                          <a:latin typeface="Calibri"/>
                          <a:ea typeface="Calibri"/>
                          <a:cs typeface="Calibri"/>
                          <a:sym typeface="Calibri"/>
                        </a:rPr>
                        <a:t>Tuvalu</a:t>
                      </a:r>
                      <a:endParaRPr/>
                    </a:p>
                    <a:p>
                      <a:pPr indent="-254000" lvl="0" marL="625475"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Calibri"/>
                        <a:ea typeface="Calibri"/>
                        <a:cs typeface="Calibri"/>
                        <a:sym typeface="Calibri"/>
                      </a:endParaRPr>
                    </a:p>
                    <a:p>
                      <a:pPr indent="0" lvl="0" marL="282575"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Calibri"/>
                        <a:ea typeface="Calibri"/>
                        <a:cs typeface="Calibri"/>
                        <a:sym typeface="Calibri"/>
                      </a:endParaRPr>
                    </a:p>
                  </a:txBody>
                  <a:tcPr marT="600" marB="0" marR="600" marL="600" anchor="b">
                    <a:solidFill>
                      <a:srgbClr val="FDE9D8"/>
                    </a:solidFill>
                  </a:tcPr>
                </a:tc>
              </a:tr>
              <a:tr h="363425">
                <a:tc>
                  <a:txBody>
                    <a:bodyPr/>
                    <a:lstStyle/>
                    <a:p>
                      <a:pPr indent="0" lvl="0" marL="0" marR="0" rtl="0" algn="ctr">
                        <a:lnSpc>
                          <a:spcPct val="100000"/>
                        </a:lnSpc>
                        <a:spcBef>
                          <a:spcPts val="0"/>
                        </a:spcBef>
                        <a:spcAft>
                          <a:spcPts val="0"/>
                        </a:spcAft>
                        <a:buClr>
                          <a:srgbClr val="000000"/>
                        </a:buClr>
                        <a:buSzPts val="1400"/>
                        <a:buFont typeface="Calibri"/>
                        <a:buNone/>
                      </a:pPr>
                      <a:r>
                        <a:rPr lang="en-US" sz="1400" u="none" cap="none" strike="noStrike"/>
                        <a:t> </a:t>
                      </a:r>
                      <a:endParaRPr b="1" i="0" sz="1400" u="none" cap="none" strike="noStrike">
                        <a:solidFill>
                          <a:srgbClr val="000000"/>
                        </a:solidFill>
                        <a:latin typeface="Calibri"/>
                        <a:ea typeface="Calibri"/>
                        <a:cs typeface="Calibri"/>
                        <a:sym typeface="Calibri"/>
                      </a:endParaRPr>
                    </a:p>
                  </a:txBody>
                  <a:tcPr marT="600" marB="0" marR="600" marL="600" anchor="b">
                    <a:solidFill>
                      <a:srgbClr val="EAF1DD"/>
                    </a:solidFill>
                  </a:tcPr>
                </a:tc>
                <a:tc vMerge="1"/>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g3bf70304d32_0_14"/>
          <p:cNvSpPr txBox="1"/>
          <p:nvPr>
            <p:ph type="ctrTitle"/>
          </p:nvPr>
        </p:nvSpPr>
        <p:spPr>
          <a:xfrm>
            <a:off x="652225" y="693025"/>
            <a:ext cx="11281200" cy="11082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a:t>RENCANA 2026-2027</a:t>
            </a:r>
            <a:endParaRPr/>
          </a:p>
          <a:p>
            <a:pPr indent="0" lvl="0" marL="0" rtl="0" algn="ctr">
              <a:lnSpc>
                <a:spcPct val="100000"/>
              </a:lnSpc>
              <a:spcBef>
                <a:spcPts val="0"/>
              </a:spcBef>
              <a:spcAft>
                <a:spcPts val="0"/>
              </a:spcAft>
              <a:buSzPts val="1400"/>
              <a:buNone/>
            </a:pPr>
            <a:r>
              <a:rPr i="1" lang="en-US"/>
              <a:t>DEVELOPING COUNTRIES TRAINING PROGRAMME</a:t>
            </a:r>
            <a:r>
              <a:rPr lang="en-US"/>
              <a:t> (DCTP)</a:t>
            </a:r>
            <a:endParaRPr/>
          </a:p>
        </p:txBody>
      </p:sp>
      <p:sp>
        <p:nvSpPr>
          <p:cNvPr id="683" name="Google Shape;683;g3bf70304d32_0_14"/>
          <p:cNvSpPr txBox="1"/>
          <p:nvPr>
            <p:ph idx="12" type="sldNum"/>
          </p:nvPr>
        </p:nvSpPr>
        <p:spPr>
          <a:xfrm>
            <a:off x="8778241" y="6377940"/>
            <a:ext cx="2804100" cy="277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US"/>
              <a:t>‹#›</a:t>
            </a:fld>
            <a:endParaRPr/>
          </a:p>
        </p:txBody>
      </p:sp>
      <p:sp>
        <p:nvSpPr>
          <p:cNvPr id="684" name="Google Shape;684;g3bf70304d32_0_14"/>
          <p:cNvSpPr txBox="1"/>
          <p:nvPr/>
        </p:nvSpPr>
        <p:spPr>
          <a:xfrm>
            <a:off x="652225" y="2434950"/>
            <a:ext cx="11023500" cy="3309300"/>
          </a:xfrm>
          <a:prstGeom prst="rect">
            <a:avLst/>
          </a:prstGeom>
          <a:noFill/>
          <a:ln>
            <a:noFill/>
          </a:ln>
        </p:spPr>
        <p:txBody>
          <a:bodyPr anchorCtr="0" anchor="t" bIns="91425" lIns="457200"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chemeClr val="dk1"/>
                </a:solidFill>
                <a:latin typeface="Calibri"/>
                <a:ea typeface="Calibri"/>
                <a:cs typeface="Calibri"/>
                <a:sym typeface="Calibri"/>
              </a:rPr>
              <a:t>1. </a:t>
            </a:r>
            <a:r>
              <a:rPr b="0" i="1" lang="en-US" sz="2900" u="none" cap="none" strike="noStrike">
                <a:solidFill>
                  <a:schemeClr val="dk1"/>
                </a:solidFill>
                <a:latin typeface="Calibri"/>
                <a:ea typeface="Calibri"/>
                <a:cs typeface="Calibri"/>
                <a:sym typeface="Calibri"/>
              </a:rPr>
              <a:t>Training Instructors Course</a:t>
            </a:r>
            <a:r>
              <a:rPr b="0" i="0" lang="en-US" sz="2900" u="none" cap="none" strike="noStrike">
                <a:solidFill>
                  <a:schemeClr val="dk1"/>
                </a:solidFill>
                <a:latin typeface="Calibri"/>
                <a:ea typeface="Calibri"/>
                <a:cs typeface="Calibri"/>
                <a:sym typeface="Calibri"/>
              </a:rPr>
              <a:t> (TIC EN)</a:t>
            </a:r>
            <a:endParaRPr b="0" i="0" sz="2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chemeClr val="dk1"/>
                </a:solidFill>
                <a:latin typeface="Calibri"/>
                <a:ea typeface="Calibri"/>
                <a:cs typeface="Calibri"/>
                <a:sym typeface="Calibri"/>
              </a:rPr>
              <a:t>2. </a:t>
            </a:r>
            <a:r>
              <a:rPr b="0" i="1" lang="en-US" sz="2900" u="none" cap="none" strike="noStrike">
                <a:solidFill>
                  <a:schemeClr val="dk1"/>
                </a:solidFill>
                <a:latin typeface="Calibri"/>
                <a:ea typeface="Calibri"/>
                <a:cs typeface="Calibri"/>
                <a:sym typeface="Calibri"/>
              </a:rPr>
              <a:t>ICAO Government Safety Inspector – Personnel Licensing</a:t>
            </a:r>
            <a:r>
              <a:rPr b="0" i="0" lang="en-US" sz="2900" u="none" cap="none" strike="noStrike">
                <a:solidFill>
                  <a:schemeClr val="dk1"/>
                </a:solidFill>
                <a:latin typeface="Calibri"/>
                <a:ea typeface="Calibri"/>
                <a:cs typeface="Calibri"/>
                <a:sym typeface="Calibri"/>
              </a:rPr>
              <a:t> (GSI PEL </a:t>
            </a:r>
            <a:endParaRPr b="0" i="0" sz="2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chemeClr val="dk1"/>
                </a:solidFill>
                <a:latin typeface="Calibri"/>
                <a:ea typeface="Calibri"/>
                <a:cs typeface="Calibri"/>
                <a:sym typeface="Calibri"/>
              </a:rPr>
              <a:t>     EN)</a:t>
            </a:r>
            <a:endParaRPr b="0" i="0" sz="2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chemeClr val="dk1"/>
                </a:solidFill>
                <a:latin typeface="Calibri"/>
                <a:ea typeface="Calibri"/>
                <a:cs typeface="Calibri"/>
                <a:sym typeface="Calibri"/>
              </a:rPr>
              <a:t>3. </a:t>
            </a:r>
            <a:r>
              <a:rPr b="0" i="1" lang="en-US" sz="2900" u="none" cap="none" strike="noStrike">
                <a:solidFill>
                  <a:schemeClr val="dk1"/>
                </a:solidFill>
                <a:latin typeface="Calibri"/>
                <a:ea typeface="Calibri"/>
                <a:cs typeface="Calibri"/>
                <a:sym typeface="Calibri"/>
              </a:rPr>
              <a:t>ICAO Government Safety Inspector Operations – Air Operator </a:t>
            </a:r>
            <a:endParaRPr b="0" i="1" sz="2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0" i="1" lang="en-US" sz="2900" u="none" cap="none" strike="noStrike">
                <a:solidFill>
                  <a:schemeClr val="dk1"/>
                </a:solidFill>
                <a:latin typeface="Calibri"/>
                <a:ea typeface="Calibri"/>
                <a:cs typeface="Calibri"/>
                <a:sym typeface="Calibri"/>
              </a:rPr>
              <a:t>     Certification </a:t>
            </a:r>
            <a:r>
              <a:rPr b="0" i="0" lang="en-US" sz="2900" u="none" cap="none" strike="noStrike">
                <a:solidFill>
                  <a:schemeClr val="dk1"/>
                </a:solidFill>
                <a:latin typeface="Calibri"/>
                <a:ea typeface="Calibri"/>
                <a:cs typeface="Calibri"/>
                <a:sym typeface="Calibri"/>
              </a:rPr>
              <a:t>(GSI OPS EN)</a:t>
            </a:r>
            <a:endParaRPr b="0" i="0" sz="2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chemeClr val="dk1"/>
                </a:solidFill>
                <a:latin typeface="Calibri"/>
                <a:ea typeface="Calibri"/>
                <a:cs typeface="Calibri"/>
                <a:sym typeface="Calibri"/>
              </a:rPr>
              <a:t>4. </a:t>
            </a:r>
            <a:r>
              <a:rPr b="0" i="1" lang="en-US" sz="2900" u="none" cap="none" strike="noStrike">
                <a:solidFill>
                  <a:schemeClr val="dk1"/>
                </a:solidFill>
                <a:latin typeface="Calibri"/>
                <a:ea typeface="Calibri"/>
                <a:cs typeface="Calibri"/>
                <a:sym typeface="Calibri"/>
              </a:rPr>
              <a:t>ICAO Government Safety Inspector Airworthiness – Air Operator &amp;   </a:t>
            </a:r>
            <a:endParaRPr b="0" i="1" sz="2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0" i="1" lang="en-US" sz="2900" u="none" cap="none" strike="noStrike">
                <a:solidFill>
                  <a:schemeClr val="dk1"/>
                </a:solidFill>
                <a:latin typeface="Calibri"/>
                <a:ea typeface="Calibri"/>
                <a:cs typeface="Calibri"/>
                <a:sym typeface="Calibri"/>
              </a:rPr>
              <a:t>     AMO Certification (</a:t>
            </a:r>
            <a:r>
              <a:rPr b="0" i="0" lang="en-US" sz="2900" u="none" cap="none" strike="noStrike">
                <a:solidFill>
                  <a:schemeClr val="dk1"/>
                </a:solidFill>
                <a:latin typeface="Calibri"/>
                <a:ea typeface="Calibri"/>
                <a:cs typeface="Calibri"/>
                <a:sym typeface="Calibri"/>
              </a:rPr>
              <a:t>GSI AIR EN)</a:t>
            </a:r>
            <a:endParaRPr b="1" i="0" sz="2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cxnSp>
        <p:nvCxnSpPr>
          <p:cNvPr id="689" name="Google Shape;689;p17"/>
          <p:cNvCxnSpPr/>
          <p:nvPr/>
        </p:nvCxnSpPr>
        <p:spPr>
          <a:xfrm>
            <a:off x="685800" y="1524000"/>
            <a:ext cx="2057400" cy="0"/>
          </a:xfrm>
          <a:prstGeom prst="straightConnector1">
            <a:avLst/>
          </a:prstGeom>
          <a:noFill/>
          <a:ln cap="flat" cmpd="sng" w="28575">
            <a:solidFill>
              <a:schemeClr val="dk1"/>
            </a:solidFill>
            <a:prstDash val="solid"/>
            <a:miter lim="800000"/>
            <a:headEnd len="sm" w="sm" type="none"/>
            <a:tailEnd len="sm" w="sm" type="none"/>
          </a:ln>
        </p:spPr>
      </p:cxnSp>
      <p:sp>
        <p:nvSpPr>
          <p:cNvPr id="690" name="Google Shape;690;p17"/>
          <p:cNvSpPr txBox="1"/>
          <p:nvPr/>
        </p:nvSpPr>
        <p:spPr>
          <a:xfrm>
            <a:off x="231006" y="1828800"/>
            <a:ext cx="1751798" cy="37856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1. Bhutan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FFFF00"/>
                </a:highlight>
                <a:latin typeface="Arial"/>
                <a:ea typeface="Arial"/>
                <a:cs typeface="Arial"/>
                <a:sym typeface="Arial"/>
              </a:rPr>
              <a:t>2. Cambodia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FF"/>
                </a:highlight>
                <a:latin typeface="Arial"/>
                <a:ea typeface="Arial"/>
                <a:cs typeface="Arial"/>
                <a:sym typeface="Arial"/>
              </a:rPr>
              <a:t>3. Fiji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00"/>
                </a:highlight>
                <a:latin typeface="Arial"/>
                <a:ea typeface="Arial"/>
                <a:cs typeface="Arial"/>
                <a:sym typeface="Arial"/>
              </a:rPr>
              <a:t>4. India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2000"/>
              <a:buFont typeface="Arial"/>
              <a:buNone/>
            </a:pPr>
            <a:r>
              <a:rPr b="0" i="0" lang="en-US" sz="2000" u="none" cap="none" strike="noStrike">
                <a:solidFill>
                  <a:srgbClr val="FF0000"/>
                </a:solidFill>
                <a:highlight>
                  <a:srgbClr val="FFFF00"/>
                </a:highlight>
                <a:latin typeface="Arial"/>
                <a:ea typeface="Arial"/>
                <a:cs typeface="Arial"/>
                <a:sym typeface="Arial"/>
              </a:rPr>
              <a:t>5. Lao PDR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00"/>
                </a:highlight>
                <a:latin typeface="Arial"/>
                <a:ea typeface="Arial"/>
                <a:cs typeface="Arial"/>
                <a:sym typeface="Arial"/>
              </a:rPr>
              <a:t>6. Malaysia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7. Maldives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8. Mongolia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FFFF00"/>
                </a:highlight>
                <a:latin typeface="Arial"/>
                <a:ea typeface="Arial"/>
                <a:cs typeface="Arial"/>
                <a:sym typeface="Arial"/>
              </a:rPr>
              <a:t>9. Myanmar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691" name="Google Shape;691;p17"/>
          <p:cNvSpPr txBox="1"/>
          <p:nvPr/>
        </p:nvSpPr>
        <p:spPr>
          <a:xfrm>
            <a:off x="2208998" y="1828800"/>
            <a:ext cx="2006867" cy="31700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10. Nepal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FFFF00"/>
                </a:highlight>
                <a:latin typeface="Arial"/>
                <a:ea typeface="Arial"/>
                <a:cs typeface="Arial"/>
                <a:sym typeface="Arial"/>
              </a:rPr>
              <a:t>11. Pakistan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FF"/>
                </a:highlight>
                <a:latin typeface="Arial"/>
                <a:ea typeface="Arial"/>
                <a:cs typeface="Arial"/>
                <a:sym typeface="Arial"/>
              </a:rPr>
              <a:t>12. PNG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FFFF00"/>
                </a:highlight>
                <a:latin typeface="Arial"/>
                <a:ea typeface="Arial"/>
                <a:cs typeface="Arial"/>
                <a:sym typeface="Arial"/>
              </a:rPr>
              <a:t>13. Philippines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14. Samoa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15. Sri Lanka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FFFF00"/>
                </a:highlight>
                <a:latin typeface="Arial"/>
                <a:ea typeface="Arial"/>
                <a:cs typeface="Arial"/>
                <a:sym typeface="Arial"/>
              </a:rPr>
              <a:t>16. Thailand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FF"/>
                </a:highlight>
                <a:latin typeface="Arial"/>
                <a:ea typeface="Arial"/>
                <a:cs typeface="Arial"/>
                <a:sym typeface="Arial"/>
              </a:rPr>
              <a:t>17. Timor Leste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FF"/>
                </a:highlight>
                <a:latin typeface="Arial"/>
                <a:ea typeface="Arial"/>
                <a:cs typeface="Arial"/>
                <a:sym typeface="Arial"/>
              </a:rPr>
              <a:t>18. Vanuatu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FFFF00"/>
                </a:highlight>
                <a:latin typeface="Arial"/>
                <a:ea typeface="Arial"/>
                <a:cs typeface="Arial"/>
                <a:sym typeface="Arial"/>
              </a:rPr>
              <a:t>19. Viet Nam</a:t>
            </a:r>
            <a:endParaRPr b="0" i="0" sz="1400" u="none" cap="none" strike="noStrike">
              <a:solidFill>
                <a:srgbClr val="000000"/>
              </a:solidFill>
              <a:latin typeface="Arial"/>
              <a:ea typeface="Arial"/>
              <a:cs typeface="Arial"/>
              <a:sym typeface="Arial"/>
            </a:endParaRPr>
          </a:p>
        </p:txBody>
      </p:sp>
      <p:sp>
        <p:nvSpPr>
          <p:cNvPr id="692" name="Google Shape;692;p17"/>
          <p:cNvSpPr txBox="1"/>
          <p:nvPr/>
        </p:nvSpPr>
        <p:spPr>
          <a:xfrm>
            <a:off x="231000" y="154325"/>
            <a:ext cx="104553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2"/>
                </a:solidFill>
                <a:latin typeface="Calibri"/>
                <a:ea typeface="Calibri"/>
                <a:cs typeface="Calibri"/>
                <a:sym typeface="Calibri"/>
              </a:rPr>
              <a:t>IDENTIFIKASI NEGARA DEVELOPING COUNTRY TRAINING PROGRAME (DCTP)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2"/>
                </a:solidFill>
                <a:latin typeface="Calibri"/>
                <a:ea typeface="Calibri"/>
                <a:cs typeface="Calibri"/>
                <a:sym typeface="Calibri"/>
              </a:rPr>
              <a:t>KAWASAN ASIA PASIFIK</a:t>
            </a:r>
            <a:endParaRPr b="1" i="0" sz="20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1" sz="600">
              <a:solidFill>
                <a:srgbClr val="C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1" lang="en-US" sz="2000">
                <a:solidFill>
                  <a:srgbClr val="C00000"/>
                </a:solidFill>
                <a:latin typeface="Calibri"/>
                <a:ea typeface="Calibri"/>
                <a:cs typeface="Calibri"/>
                <a:sym typeface="Calibri"/>
              </a:rPr>
              <a:t>(Perlu masukan Kemenlu narasi lobi untuk masing-masing kategori negara)</a:t>
            </a:r>
            <a:endParaRPr b="1" i="1" sz="2000">
              <a:solidFill>
                <a:srgbClr val="C00000"/>
              </a:solidFill>
              <a:latin typeface="Calibri"/>
              <a:ea typeface="Calibri"/>
              <a:cs typeface="Calibri"/>
              <a:sym typeface="Calibri"/>
            </a:endParaRPr>
          </a:p>
        </p:txBody>
      </p:sp>
      <p:grpSp>
        <p:nvGrpSpPr>
          <p:cNvPr id="693" name="Google Shape;693;p17"/>
          <p:cNvGrpSpPr/>
          <p:nvPr/>
        </p:nvGrpSpPr>
        <p:grpSpPr>
          <a:xfrm>
            <a:off x="9855468" y="4772336"/>
            <a:ext cx="2636595" cy="1933264"/>
            <a:chOff x="9855468" y="4772336"/>
            <a:chExt cx="2636595" cy="1933264"/>
          </a:xfrm>
        </p:grpSpPr>
        <p:grpSp>
          <p:nvGrpSpPr>
            <p:cNvPr id="694" name="Google Shape;694;p17"/>
            <p:cNvGrpSpPr/>
            <p:nvPr/>
          </p:nvGrpSpPr>
          <p:grpSpPr>
            <a:xfrm>
              <a:off x="9961336" y="5123597"/>
              <a:ext cx="2115735" cy="1582003"/>
              <a:chOff x="9648090" y="4596085"/>
              <a:chExt cx="2830883" cy="2116741"/>
            </a:xfrm>
          </p:grpSpPr>
          <p:sp>
            <p:nvSpPr>
              <p:cNvPr id="695" name="Google Shape;695;p17"/>
              <p:cNvSpPr txBox="1"/>
              <p:nvPr/>
            </p:nvSpPr>
            <p:spPr>
              <a:xfrm>
                <a:off x="9648090" y="4649945"/>
                <a:ext cx="282827" cy="452990"/>
              </a:xfrm>
              <a:prstGeom prst="rect">
                <a:avLst/>
              </a:prstGeom>
              <a:solidFill>
                <a:srgbClr val="FF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696" name="Google Shape;696;p17"/>
              <p:cNvSpPr txBox="1"/>
              <p:nvPr/>
            </p:nvSpPr>
            <p:spPr>
              <a:xfrm>
                <a:off x="10074405" y="4596085"/>
                <a:ext cx="2354431" cy="370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Kompetitor Potensial </a:t>
                </a:r>
                <a:endParaRPr b="0" i="0" sz="1200" u="none" cap="none" strike="noStrike">
                  <a:solidFill>
                    <a:srgbClr val="000000"/>
                  </a:solidFill>
                  <a:latin typeface="Arial"/>
                  <a:ea typeface="Arial"/>
                  <a:cs typeface="Arial"/>
                  <a:sym typeface="Arial"/>
                </a:endParaRPr>
              </a:p>
            </p:txBody>
          </p:sp>
          <p:sp>
            <p:nvSpPr>
              <p:cNvPr id="697" name="Google Shape;697;p17"/>
              <p:cNvSpPr txBox="1"/>
              <p:nvPr/>
            </p:nvSpPr>
            <p:spPr>
              <a:xfrm>
                <a:off x="9648090" y="5486400"/>
                <a:ext cx="282827" cy="452990"/>
              </a:xfrm>
              <a:prstGeom prst="rect">
                <a:avLst/>
              </a:prstGeom>
              <a:solidFill>
                <a:srgbClr val="00FFFF"/>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698" name="Google Shape;698;p17"/>
              <p:cNvSpPr txBox="1"/>
              <p:nvPr/>
            </p:nvSpPr>
            <p:spPr>
              <a:xfrm>
                <a:off x="10074405" y="5450246"/>
                <a:ext cx="2404568" cy="370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Prioritas Penerima  </a:t>
                </a:r>
                <a:endParaRPr b="0" i="0" sz="1200" u="none" cap="none" strike="noStrike">
                  <a:solidFill>
                    <a:srgbClr val="000000"/>
                  </a:solidFill>
                  <a:latin typeface="Arial"/>
                  <a:ea typeface="Arial"/>
                  <a:cs typeface="Arial"/>
                  <a:sym typeface="Arial"/>
                </a:endParaRPr>
              </a:p>
            </p:txBody>
          </p:sp>
          <p:sp>
            <p:nvSpPr>
              <p:cNvPr id="699" name="Google Shape;699;p17"/>
              <p:cNvSpPr txBox="1"/>
              <p:nvPr/>
            </p:nvSpPr>
            <p:spPr>
              <a:xfrm>
                <a:off x="9648090" y="6259836"/>
                <a:ext cx="282827" cy="452990"/>
              </a:xfrm>
              <a:prstGeom prst="rect">
                <a:avLst/>
              </a:prstGeom>
              <a:solidFill>
                <a:srgbClr val="00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700" name="Google Shape;700;p17"/>
              <p:cNvSpPr txBox="1"/>
              <p:nvPr/>
            </p:nvSpPr>
            <p:spPr>
              <a:xfrm>
                <a:off x="10074405" y="6259836"/>
                <a:ext cx="2404568" cy="3706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Dewan ICAO</a:t>
                </a:r>
                <a:endParaRPr b="0" i="0" sz="1200" u="none" cap="none" strike="noStrike">
                  <a:solidFill>
                    <a:srgbClr val="000000"/>
                  </a:solidFill>
                  <a:latin typeface="Arial"/>
                  <a:ea typeface="Arial"/>
                  <a:cs typeface="Arial"/>
                  <a:sym typeface="Arial"/>
                </a:endParaRPr>
              </a:p>
            </p:txBody>
          </p:sp>
        </p:grpSp>
        <p:sp>
          <p:nvSpPr>
            <p:cNvPr id="701" name="Google Shape;701;p17"/>
            <p:cNvSpPr txBox="1"/>
            <p:nvPr/>
          </p:nvSpPr>
          <p:spPr>
            <a:xfrm>
              <a:off x="9855468" y="4772336"/>
              <a:ext cx="2636595"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100"/>
                <a:buFont typeface="Barlow"/>
                <a:buNone/>
              </a:pPr>
              <a:r>
                <a:rPr b="0" i="0" lang="en-US" sz="1100" u="none" cap="none" strike="noStrike">
                  <a:solidFill>
                    <a:srgbClr val="222222"/>
                  </a:solidFill>
                  <a:latin typeface="Barlow"/>
                  <a:ea typeface="Barlow"/>
                  <a:cs typeface="Barlow"/>
                  <a:sym typeface="Barlow"/>
                </a:rPr>
                <a:t>Keterangan:</a:t>
              </a:r>
              <a:endParaRPr b="0" i="0" sz="1400" u="none" cap="none" strike="noStrike">
                <a:solidFill>
                  <a:srgbClr val="000000"/>
                </a:solidFill>
                <a:latin typeface="Arial"/>
                <a:ea typeface="Arial"/>
                <a:cs typeface="Arial"/>
                <a:sym typeface="Arial"/>
              </a:endParaRPr>
            </a:p>
          </p:txBody>
        </p:sp>
      </p:grpSp>
      <p:sp>
        <p:nvSpPr>
          <p:cNvPr id="702" name="Google Shape;702;p17"/>
          <p:cNvSpPr txBox="1"/>
          <p:nvPr/>
        </p:nvSpPr>
        <p:spPr>
          <a:xfrm>
            <a:off x="990600" y="1327331"/>
            <a:ext cx="1494720" cy="562530"/>
          </a:xfrm>
          <a:prstGeom prst="rect">
            <a:avLst/>
          </a:prstGeom>
          <a:solidFill>
            <a:srgbClr val="A3C5ED"/>
          </a:solidFill>
          <a:ln>
            <a:noFill/>
          </a:ln>
        </p:spPr>
        <p:txBody>
          <a:bodyPr anchorCtr="0" anchor="t" bIns="0" lIns="0" spcFirstLastPara="1" rIns="0" wrap="square" tIns="8450">
            <a:spAutoFit/>
          </a:bodyPr>
          <a:lstStyle/>
          <a:p>
            <a:pPr indent="0" lvl="0" marL="8467" marR="0" rtl="0" algn="ctr">
              <a:lnSpc>
                <a:spcPct val="100000"/>
              </a:lnSpc>
              <a:spcBef>
                <a:spcPts val="0"/>
              </a:spcBef>
              <a:spcAft>
                <a:spcPts val="0"/>
              </a:spcAft>
              <a:buClr>
                <a:srgbClr val="000000"/>
              </a:buClr>
              <a:buSzPts val="1800"/>
              <a:buFont typeface="Arial"/>
              <a:buNone/>
            </a:pPr>
            <a:r>
              <a:rPr b="1" i="0" lang="en-US" sz="1800" u="none" cap="none" strike="noStrike">
                <a:solidFill>
                  <a:srgbClr val="001F5F"/>
                </a:solidFill>
                <a:latin typeface="Calibri"/>
                <a:ea typeface="Calibri"/>
                <a:cs typeface="Calibri"/>
                <a:sym typeface="Calibri"/>
              </a:rPr>
              <a:t>SUDAH MENERIMA</a:t>
            </a:r>
            <a:endParaRPr b="0" i="0" sz="1400" u="none" cap="none" strike="noStrike">
              <a:solidFill>
                <a:srgbClr val="000000"/>
              </a:solidFill>
              <a:latin typeface="Arial"/>
              <a:ea typeface="Arial"/>
              <a:cs typeface="Arial"/>
              <a:sym typeface="Arial"/>
            </a:endParaRPr>
          </a:p>
        </p:txBody>
      </p:sp>
      <p:sp>
        <p:nvSpPr>
          <p:cNvPr id="703" name="Google Shape;703;p17"/>
          <p:cNvSpPr txBox="1"/>
          <p:nvPr/>
        </p:nvSpPr>
        <p:spPr>
          <a:xfrm>
            <a:off x="4800600" y="1336001"/>
            <a:ext cx="2590800" cy="285549"/>
          </a:xfrm>
          <a:prstGeom prst="rect">
            <a:avLst/>
          </a:prstGeom>
          <a:solidFill>
            <a:srgbClr val="A3C5ED"/>
          </a:solidFill>
          <a:ln>
            <a:noFill/>
          </a:ln>
        </p:spPr>
        <p:txBody>
          <a:bodyPr anchorCtr="0" anchor="t" bIns="0" lIns="0" spcFirstLastPara="1" rIns="0" wrap="square" tIns="8450">
            <a:spAutoFit/>
          </a:bodyPr>
          <a:lstStyle/>
          <a:p>
            <a:pPr indent="0" lvl="0" marL="8467" marR="0" rtl="0" algn="ctr">
              <a:lnSpc>
                <a:spcPct val="100000"/>
              </a:lnSpc>
              <a:spcBef>
                <a:spcPts val="0"/>
              </a:spcBef>
              <a:spcAft>
                <a:spcPts val="0"/>
              </a:spcAft>
              <a:buClr>
                <a:srgbClr val="000000"/>
              </a:buClr>
              <a:buSzPts val="1800"/>
              <a:buFont typeface="Arial"/>
              <a:buNone/>
            </a:pPr>
            <a:r>
              <a:rPr b="1" i="0" lang="en-US" sz="1800" u="none" cap="none" strike="noStrike">
                <a:solidFill>
                  <a:srgbClr val="001F5F"/>
                </a:solidFill>
                <a:latin typeface="Calibri"/>
                <a:ea typeface="Calibri"/>
                <a:cs typeface="Calibri"/>
                <a:sym typeface="Calibri"/>
              </a:rPr>
              <a:t>PENERIMA POTENSIAL</a:t>
            </a:r>
            <a:endParaRPr b="0" i="0" sz="1400" u="none" cap="none" strike="noStrike">
              <a:solidFill>
                <a:srgbClr val="000000"/>
              </a:solidFill>
              <a:latin typeface="Arial"/>
              <a:ea typeface="Arial"/>
              <a:cs typeface="Arial"/>
              <a:sym typeface="Arial"/>
            </a:endParaRPr>
          </a:p>
        </p:txBody>
      </p:sp>
      <p:sp>
        <p:nvSpPr>
          <p:cNvPr id="704" name="Google Shape;704;p17"/>
          <p:cNvSpPr txBox="1"/>
          <p:nvPr/>
        </p:nvSpPr>
        <p:spPr>
          <a:xfrm>
            <a:off x="5263499" y="1841242"/>
            <a:ext cx="2561700" cy="501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1. Afghanistan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FFFF00"/>
                </a:highlight>
                <a:latin typeface="Arial"/>
                <a:ea typeface="Arial"/>
                <a:cs typeface="Arial"/>
                <a:sym typeface="Arial"/>
              </a:rPr>
              <a:t>2. Bangladesh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3. Brunei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FF"/>
                </a:highlight>
                <a:latin typeface="Arial"/>
                <a:ea typeface="Arial"/>
                <a:cs typeface="Arial"/>
                <a:sym typeface="Arial"/>
              </a:rPr>
              <a:t>4. Cook Islands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FF"/>
                </a:highlight>
                <a:latin typeface="Arial"/>
                <a:ea typeface="Arial"/>
                <a:cs typeface="Arial"/>
                <a:sym typeface="Arial"/>
              </a:rPr>
              <a:t>5. DPR Korea</a:t>
            </a:r>
            <a:endParaRPr b="0" i="0" sz="2000" u="none" cap="none" strike="noStrike">
              <a:solidFill>
                <a:srgbClr val="000000"/>
              </a:solidFill>
              <a:highlight>
                <a:srgbClr val="00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FF"/>
                </a:highlight>
                <a:latin typeface="Arial"/>
                <a:ea typeface="Arial"/>
                <a:cs typeface="Arial"/>
                <a:sym typeface="Arial"/>
              </a:rPr>
              <a:t>6. Kiribati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FF"/>
                </a:highlight>
                <a:latin typeface="Arial"/>
                <a:ea typeface="Arial"/>
                <a:cs typeface="Arial"/>
                <a:sym typeface="Arial"/>
              </a:rPr>
              <a:t>7. Marshall Islands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FF"/>
                </a:highlight>
                <a:latin typeface="Arial"/>
                <a:ea typeface="Arial"/>
                <a:cs typeface="Arial"/>
                <a:sym typeface="Arial"/>
              </a:rPr>
              <a:t>8. Solomon Islands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FF"/>
                </a:highlight>
                <a:latin typeface="Arial"/>
                <a:ea typeface="Arial"/>
                <a:cs typeface="Arial"/>
                <a:sym typeface="Arial"/>
              </a:rPr>
              <a:t>9. Mikronesia</a:t>
            </a:r>
            <a:endParaRPr b="0" i="0" sz="2000" u="none" cap="none" strike="noStrike">
              <a:solidFill>
                <a:srgbClr val="000000"/>
              </a:solidFill>
              <a:highlight>
                <a:srgbClr val="00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FF"/>
                </a:highlight>
                <a:latin typeface="Arial"/>
                <a:ea typeface="Arial"/>
                <a:cs typeface="Arial"/>
                <a:sym typeface="Arial"/>
              </a:rPr>
              <a:t>10. Nauru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FF"/>
                </a:highlight>
                <a:latin typeface="Arial"/>
                <a:ea typeface="Arial"/>
                <a:cs typeface="Arial"/>
                <a:sym typeface="Arial"/>
              </a:rPr>
              <a:t>11. Palau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FF"/>
                </a:highlight>
                <a:latin typeface="Arial"/>
                <a:ea typeface="Arial"/>
                <a:cs typeface="Arial"/>
                <a:sym typeface="Arial"/>
              </a:rPr>
              <a:t>12. Tonga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00FFFF"/>
                </a:highlight>
                <a:latin typeface="Arial"/>
                <a:ea typeface="Arial"/>
                <a:cs typeface="Arial"/>
                <a:sym typeface="Arial"/>
              </a:rPr>
              <a:t>13. Tuvalu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cxnSp>
        <p:nvCxnSpPr>
          <p:cNvPr id="705" name="Google Shape;705;p17"/>
          <p:cNvCxnSpPr/>
          <p:nvPr/>
        </p:nvCxnSpPr>
        <p:spPr>
          <a:xfrm>
            <a:off x="685800" y="1524000"/>
            <a:ext cx="0" cy="304800"/>
          </a:xfrm>
          <a:prstGeom prst="straightConnector1">
            <a:avLst/>
          </a:prstGeom>
          <a:noFill/>
          <a:ln cap="flat" cmpd="sng" w="28575">
            <a:solidFill>
              <a:schemeClr val="dk1"/>
            </a:solidFill>
            <a:prstDash val="solid"/>
            <a:miter lim="800000"/>
            <a:headEnd len="sm" w="sm" type="none"/>
            <a:tailEnd len="sm" w="sm" type="none"/>
          </a:ln>
        </p:spPr>
      </p:cxnSp>
      <p:cxnSp>
        <p:nvCxnSpPr>
          <p:cNvPr id="706" name="Google Shape;706;p17"/>
          <p:cNvCxnSpPr/>
          <p:nvPr/>
        </p:nvCxnSpPr>
        <p:spPr>
          <a:xfrm>
            <a:off x="2743200" y="1520805"/>
            <a:ext cx="0" cy="304800"/>
          </a:xfrm>
          <a:prstGeom prst="straightConnector1">
            <a:avLst/>
          </a:prstGeom>
          <a:noFill/>
          <a:ln cap="flat" cmpd="sng" w="28575">
            <a:solidFill>
              <a:schemeClr val="dk1"/>
            </a:solidFill>
            <a:prstDash val="solid"/>
            <a:miter lim="800000"/>
            <a:headEnd len="sm" w="sm" type="none"/>
            <a:tailEnd len="sm" w="sm" type="none"/>
          </a:ln>
        </p:spPr>
      </p:cxnSp>
      <p:pic>
        <p:nvPicPr>
          <p:cNvPr id="707" name="Google Shape;707;p17"/>
          <p:cNvPicPr preferRelativeResize="0"/>
          <p:nvPr/>
        </p:nvPicPr>
        <p:blipFill rotWithShape="1">
          <a:blip r:embed="rId3">
            <a:alphaModFix/>
          </a:blip>
          <a:srcRect b="0" l="2216" r="66686" t="9423"/>
          <a:stretch/>
        </p:blipFill>
        <p:spPr>
          <a:xfrm>
            <a:off x="10018589" y="95410"/>
            <a:ext cx="2101850" cy="555243"/>
          </a:xfrm>
          <a:prstGeom prst="rect">
            <a:avLst/>
          </a:prstGeom>
          <a:solidFill>
            <a:srgbClr val="D8D8D8"/>
          </a:solidFill>
          <a:ln>
            <a:noFill/>
          </a:ln>
        </p:spPr>
      </p:pic>
      <p:sp>
        <p:nvSpPr>
          <p:cNvPr id="708" name="Google Shape;708;p17"/>
          <p:cNvSpPr txBox="1"/>
          <p:nvPr/>
        </p:nvSpPr>
        <p:spPr>
          <a:xfrm>
            <a:off x="10686398" y="243578"/>
            <a:ext cx="1448858" cy="266430"/>
          </a:xfrm>
          <a:prstGeom prst="rect">
            <a:avLst/>
          </a:prstGeom>
          <a:noFill/>
          <a:ln>
            <a:noFill/>
          </a:ln>
        </p:spPr>
        <p:txBody>
          <a:bodyPr anchorCtr="0" anchor="t" bIns="30250" lIns="60450" spcFirstLastPara="1" rIns="60450" wrap="square" tIns="30250">
            <a:spAutoFit/>
          </a:bodyPr>
          <a:lstStyle/>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KEMENTERIAN PERHUBUNGAN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REPUBLIK INDONESIA</a:t>
            </a:r>
            <a:endParaRPr b="0" i="0" sz="1400" u="none" cap="none" strike="noStrike">
              <a:solidFill>
                <a:srgbClr val="000000"/>
              </a:solidFill>
              <a:latin typeface="Arial"/>
              <a:ea typeface="Arial"/>
              <a:cs typeface="Arial"/>
              <a:sym typeface="Arial"/>
            </a:endParaRPr>
          </a:p>
        </p:txBody>
      </p:sp>
      <p:pic>
        <p:nvPicPr>
          <p:cNvPr id="709" name="Google Shape;709;p17"/>
          <p:cNvPicPr preferRelativeResize="0"/>
          <p:nvPr/>
        </p:nvPicPr>
        <p:blipFill rotWithShape="1">
          <a:blip r:embed="rId4">
            <a:alphaModFix/>
          </a:blip>
          <a:srcRect b="0" l="0" r="0" t="0"/>
          <a:stretch/>
        </p:blipFill>
        <p:spPr>
          <a:xfrm>
            <a:off x="10440864" y="241461"/>
            <a:ext cx="245533" cy="282575"/>
          </a:xfrm>
          <a:prstGeom prst="rect">
            <a:avLst/>
          </a:prstGeom>
          <a:noFill/>
          <a:ln>
            <a:noFill/>
          </a:ln>
        </p:spPr>
      </p:pic>
      <p:sp>
        <p:nvSpPr>
          <p:cNvPr id="710" name="Google Shape;710;p17"/>
          <p:cNvSpPr/>
          <p:nvPr/>
        </p:nvSpPr>
        <p:spPr>
          <a:xfrm>
            <a:off x="10068331" y="221353"/>
            <a:ext cx="298450" cy="28892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711" name="Google Shape;711;p17"/>
          <p:cNvSpPr txBox="1"/>
          <p:nvPr/>
        </p:nvSpPr>
        <p:spPr>
          <a:xfrm>
            <a:off x="84186" y="6127552"/>
            <a:ext cx="4404398"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100"/>
              <a:buFont typeface="Barlow"/>
              <a:buNone/>
            </a:pPr>
            <a:r>
              <a:rPr b="0" i="0" lang="en-US" sz="1100" u="none" cap="none" strike="noStrike">
                <a:solidFill>
                  <a:srgbClr val="222222"/>
                </a:solidFill>
                <a:latin typeface="Barlow"/>
                <a:ea typeface="Barlow"/>
                <a:cs typeface="Barlow"/>
                <a:sym typeface="Barlow"/>
              </a:rPr>
              <a:t>*Daftar penerima potensial tidak termasuk negara-negara maju </a:t>
            </a:r>
            <a:endParaRPr b="0" i="0" sz="1400" u="none" cap="none" strike="noStrike">
              <a:solidFill>
                <a:srgbClr val="000000"/>
              </a:solidFill>
              <a:latin typeface="Arial"/>
              <a:ea typeface="Arial"/>
              <a:cs typeface="Arial"/>
              <a:sym typeface="Arial"/>
            </a:endParaRPr>
          </a:p>
        </p:txBody>
      </p:sp>
      <p:sp>
        <p:nvSpPr>
          <p:cNvPr id="712" name="Google Shape;712;p17"/>
          <p:cNvSpPr txBox="1"/>
          <p:nvPr/>
        </p:nvSpPr>
        <p:spPr>
          <a:xfrm>
            <a:off x="116452" y="6450243"/>
            <a:ext cx="4404398"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100"/>
              <a:buFont typeface="Barlow"/>
              <a:buNone/>
            </a:pPr>
            <a:r>
              <a:rPr b="0" i="0" lang="en-US" sz="1100" u="none" cap="none" strike="noStrike">
                <a:solidFill>
                  <a:srgbClr val="222222"/>
                </a:solidFill>
                <a:latin typeface="Barlow"/>
                <a:ea typeface="Barlow"/>
                <a:cs typeface="Barlow"/>
                <a:sym typeface="Barlow"/>
              </a:rPr>
              <a:t>Disarankan tetap memberikan bantuan kepada seluruh negara APAC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cxnSp>
        <p:nvCxnSpPr>
          <p:cNvPr id="717" name="Google Shape;717;p18"/>
          <p:cNvCxnSpPr/>
          <p:nvPr/>
        </p:nvCxnSpPr>
        <p:spPr>
          <a:xfrm>
            <a:off x="5522628" y="1735119"/>
            <a:ext cx="2895600" cy="0"/>
          </a:xfrm>
          <a:prstGeom prst="straightConnector1">
            <a:avLst/>
          </a:prstGeom>
          <a:noFill/>
          <a:ln cap="flat" cmpd="sng" w="28575">
            <a:solidFill>
              <a:schemeClr val="dk1"/>
            </a:solidFill>
            <a:prstDash val="solid"/>
            <a:miter lim="800000"/>
            <a:headEnd len="sm" w="sm" type="none"/>
            <a:tailEnd len="sm" w="sm" type="none"/>
          </a:ln>
        </p:spPr>
      </p:cxnSp>
      <p:sp>
        <p:nvSpPr>
          <p:cNvPr id="718" name="Google Shape;718;p18"/>
          <p:cNvSpPr txBox="1"/>
          <p:nvPr/>
        </p:nvSpPr>
        <p:spPr>
          <a:xfrm>
            <a:off x="440327" y="1747335"/>
            <a:ext cx="2138105" cy="42472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 Algeria</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2. </a:t>
            </a:r>
            <a:r>
              <a:rPr b="0" i="0" lang="en-US" sz="1800" u="none" cap="none" strike="noStrike">
                <a:solidFill>
                  <a:srgbClr val="000000"/>
                </a:solidFill>
                <a:highlight>
                  <a:srgbClr val="00FF00"/>
                </a:highlight>
                <a:latin typeface="Arial"/>
                <a:ea typeface="Arial"/>
                <a:cs typeface="Arial"/>
                <a:sym typeface="Arial"/>
              </a:rPr>
              <a:t>Angola</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3. Benin</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4. Burkina Faso</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5. Burundi</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6. Cabo Verde</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7. Cameroon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8. Cote d’ivoire</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9. Chad</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10. Djibouti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11. Mozambique</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12. Namibia</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13. </a:t>
            </a:r>
            <a:r>
              <a:rPr b="0" i="0" lang="en-US" sz="1800" u="none" cap="none" strike="noStrike">
                <a:solidFill>
                  <a:srgbClr val="000000"/>
                </a:solidFill>
                <a:highlight>
                  <a:srgbClr val="00FF00"/>
                </a:highlight>
                <a:latin typeface="Arial"/>
                <a:ea typeface="Arial"/>
                <a:cs typeface="Arial"/>
                <a:sym typeface="Arial"/>
              </a:rPr>
              <a:t>Nigeria</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14. Somalia</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15. South Sudan</a:t>
            </a:r>
            <a:endParaRPr b="0" i="0" sz="1800" u="none" cap="none" strike="noStrike">
              <a:solidFill>
                <a:srgbClr val="000000"/>
              </a:solidFill>
              <a:latin typeface="Arial"/>
              <a:ea typeface="Arial"/>
              <a:cs typeface="Arial"/>
              <a:sym typeface="Arial"/>
            </a:endParaRPr>
          </a:p>
        </p:txBody>
      </p:sp>
      <p:sp>
        <p:nvSpPr>
          <p:cNvPr id="719" name="Google Shape;719;p18"/>
          <p:cNvSpPr txBox="1"/>
          <p:nvPr/>
        </p:nvSpPr>
        <p:spPr>
          <a:xfrm>
            <a:off x="2931796" y="1524426"/>
            <a:ext cx="1817026" cy="50782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16. </a:t>
            </a:r>
            <a:r>
              <a:rPr b="0" i="0" lang="en-US" sz="1800" u="none" cap="none" strike="noStrike">
                <a:solidFill>
                  <a:srgbClr val="000000"/>
                </a:solidFill>
                <a:highlight>
                  <a:srgbClr val="00FF00"/>
                </a:highlight>
                <a:latin typeface="Arial"/>
                <a:ea typeface="Arial"/>
                <a:cs typeface="Arial"/>
                <a:sym typeface="Arial"/>
              </a:rPr>
              <a:t>Egypt</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17. Eswatini</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18. </a:t>
            </a:r>
            <a:r>
              <a:rPr b="0" i="0" lang="en-US" sz="1800" u="none" cap="none" strike="noStrike">
                <a:solidFill>
                  <a:srgbClr val="000000"/>
                </a:solidFill>
                <a:highlight>
                  <a:srgbClr val="FFFF00"/>
                </a:highlight>
                <a:latin typeface="Arial"/>
                <a:ea typeface="Arial"/>
                <a:cs typeface="Arial"/>
                <a:sym typeface="Arial"/>
              </a:rPr>
              <a:t>Ethiopia</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19. Gambia</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20. </a:t>
            </a:r>
            <a:r>
              <a:rPr b="0" i="0" lang="en-US" sz="1800" u="none" cap="none" strike="noStrike">
                <a:solidFill>
                  <a:srgbClr val="000000"/>
                </a:solidFill>
                <a:highlight>
                  <a:srgbClr val="00FF00"/>
                </a:highlight>
                <a:latin typeface="Arial"/>
                <a:ea typeface="Arial"/>
                <a:cs typeface="Arial"/>
                <a:sym typeface="Arial"/>
              </a:rPr>
              <a:t>Ghana</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21. Guinea</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22. Kenya</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23. Malawi</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24. </a:t>
            </a:r>
            <a:r>
              <a:rPr b="0" i="0" lang="en-US" sz="1800" u="none" cap="none" strike="noStrike">
                <a:solidFill>
                  <a:srgbClr val="000000"/>
                </a:solidFill>
                <a:highlight>
                  <a:srgbClr val="00FF00"/>
                </a:highlight>
                <a:latin typeface="Arial"/>
                <a:ea typeface="Arial"/>
                <a:cs typeface="Arial"/>
                <a:sym typeface="Arial"/>
              </a:rPr>
              <a:t>Mali</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25. Mauritania</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26. Mauritius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27. Tanzania</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28. Togo</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29. Tunisia</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30. </a:t>
            </a:r>
            <a:r>
              <a:rPr b="0" i="0" lang="en-US" sz="1800" u="none" cap="none" strike="noStrike">
                <a:solidFill>
                  <a:srgbClr val="000000"/>
                </a:solidFill>
                <a:highlight>
                  <a:srgbClr val="00FF00"/>
                </a:highlight>
                <a:latin typeface="Arial"/>
                <a:ea typeface="Arial"/>
                <a:cs typeface="Arial"/>
                <a:sym typeface="Arial"/>
              </a:rPr>
              <a:t>Uganda</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31. Zimbabwe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0" name="Google Shape;720;p18"/>
          <p:cNvSpPr txBox="1"/>
          <p:nvPr/>
        </p:nvSpPr>
        <p:spPr>
          <a:xfrm>
            <a:off x="228599" y="230051"/>
            <a:ext cx="11506201"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2"/>
                </a:solidFill>
                <a:latin typeface="Calibri"/>
                <a:ea typeface="Calibri"/>
                <a:cs typeface="Calibri"/>
                <a:sym typeface="Calibri"/>
              </a:rPr>
              <a:t>IDENTIFIKASI NEGARA PENERIMA DEVELOPING COUNTRY TRAINING PROGRAME (DCTP)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2"/>
                </a:solidFill>
                <a:latin typeface="Calibri"/>
                <a:ea typeface="Calibri"/>
                <a:cs typeface="Calibri"/>
                <a:sym typeface="Calibri"/>
              </a:rPr>
              <a:t>KAWASAN AFRIKA</a:t>
            </a:r>
            <a:endParaRPr b="0" i="0" sz="1400" u="none" cap="none" strike="noStrike">
              <a:solidFill>
                <a:srgbClr val="000000"/>
              </a:solidFill>
              <a:latin typeface="Arial"/>
              <a:ea typeface="Arial"/>
              <a:cs typeface="Arial"/>
              <a:sym typeface="Arial"/>
            </a:endParaRPr>
          </a:p>
        </p:txBody>
      </p:sp>
      <p:grpSp>
        <p:nvGrpSpPr>
          <p:cNvPr id="721" name="Google Shape;721;p18"/>
          <p:cNvGrpSpPr/>
          <p:nvPr/>
        </p:nvGrpSpPr>
        <p:grpSpPr>
          <a:xfrm>
            <a:off x="9855468" y="4772336"/>
            <a:ext cx="2636595" cy="1933264"/>
            <a:chOff x="9855468" y="4772336"/>
            <a:chExt cx="2636595" cy="1933264"/>
          </a:xfrm>
        </p:grpSpPr>
        <p:grpSp>
          <p:nvGrpSpPr>
            <p:cNvPr id="722" name="Google Shape;722;p18"/>
            <p:cNvGrpSpPr/>
            <p:nvPr/>
          </p:nvGrpSpPr>
          <p:grpSpPr>
            <a:xfrm>
              <a:off x="9961336" y="5123597"/>
              <a:ext cx="2115735" cy="1582003"/>
              <a:chOff x="9648090" y="4596085"/>
              <a:chExt cx="2830883" cy="2116741"/>
            </a:xfrm>
          </p:grpSpPr>
          <p:sp>
            <p:nvSpPr>
              <p:cNvPr id="723" name="Google Shape;723;p18"/>
              <p:cNvSpPr txBox="1"/>
              <p:nvPr/>
            </p:nvSpPr>
            <p:spPr>
              <a:xfrm>
                <a:off x="9648090" y="4649945"/>
                <a:ext cx="282827" cy="452990"/>
              </a:xfrm>
              <a:prstGeom prst="rect">
                <a:avLst/>
              </a:prstGeom>
              <a:solidFill>
                <a:srgbClr val="FF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724" name="Google Shape;724;p18"/>
              <p:cNvSpPr txBox="1"/>
              <p:nvPr/>
            </p:nvSpPr>
            <p:spPr>
              <a:xfrm>
                <a:off x="10074405" y="4596085"/>
                <a:ext cx="2354431" cy="370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Kompetitor Potensial </a:t>
                </a:r>
                <a:endParaRPr b="0" i="0" sz="1200" u="none" cap="none" strike="noStrike">
                  <a:solidFill>
                    <a:srgbClr val="000000"/>
                  </a:solidFill>
                  <a:latin typeface="Arial"/>
                  <a:ea typeface="Arial"/>
                  <a:cs typeface="Arial"/>
                  <a:sym typeface="Arial"/>
                </a:endParaRPr>
              </a:p>
            </p:txBody>
          </p:sp>
          <p:sp>
            <p:nvSpPr>
              <p:cNvPr id="725" name="Google Shape;725;p18"/>
              <p:cNvSpPr txBox="1"/>
              <p:nvPr/>
            </p:nvSpPr>
            <p:spPr>
              <a:xfrm>
                <a:off x="9648090" y="5486400"/>
                <a:ext cx="282827" cy="452990"/>
              </a:xfrm>
              <a:prstGeom prst="rect">
                <a:avLst/>
              </a:prstGeom>
              <a:solidFill>
                <a:srgbClr val="00FFFF"/>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726" name="Google Shape;726;p18"/>
              <p:cNvSpPr txBox="1"/>
              <p:nvPr/>
            </p:nvSpPr>
            <p:spPr>
              <a:xfrm>
                <a:off x="10074405" y="5450246"/>
                <a:ext cx="2404568" cy="370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Prioritas Penerima  </a:t>
                </a:r>
                <a:endParaRPr b="0" i="0" sz="1200" u="none" cap="none" strike="noStrike">
                  <a:solidFill>
                    <a:srgbClr val="000000"/>
                  </a:solidFill>
                  <a:latin typeface="Arial"/>
                  <a:ea typeface="Arial"/>
                  <a:cs typeface="Arial"/>
                  <a:sym typeface="Arial"/>
                </a:endParaRPr>
              </a:p>
            </p:txBody>
          </p:sp>
          <p:sp>
            <p:nvSpPr>
              <p:cNvPr id="727" name="Google Shape;727;p18"/>
              <p:cNvSpPr txBox="1"/>
              <p:nvPr/>
            </p:nvSpPr>
            <p:spPr>
              <a:xfrm>
                <a:off x="9648090" y="6259836"/>
                <a:ext cx="282827" cy="452990"/>
              </a:xfrm>
              <a:prstGeom prst="rect">
                <a:avLst/>
              </a:prstGeom>
              <a:solidFill>
                <a:srgbClr val="00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728" name="Google Shape;728;p18"/>
              <p:cNvSpPr txBox="1"/>
              <p:nvPr/>
            </p:nvSpPr>
            <p:spPr>
              <a:xfrm>
                <a:off x="10074405" y="6259836"/>
                <a:ext cx="2404568" cy="3706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Dewan ICAO</a:t>
                </a:r>
                <a:endParaRPr b="0" i="0" sz="1200" u="none" cap="none" strike="noStrike">
                  <a:solidFill>
                    <a:srgbClr val="000000"/>
                  </a:solidFill>
                  <a:latin typeface="Arial"/>
                  <a:ea typeface="Arial"/>
                  <a:cs typeface="Arial"/>
                  <a:sym typeface="Arial"/>
                </a:endParaRPr>
              </a:p>
            </p:txBody>
          </p:sp>
        </p:grpSp>
        <p:sp>
          <p:nvSpPr>
            <p:cNvPr id="729" name="Google Shape;729;p18"/>
            <p:cNvSpPr txBox="1"/>
            <p:nvPr/>
          </p:nvSpPr>
          <p:spPr>
            <a:xfrm>
              <a:off x="9855468" y="4772336"/>
              <a:ext cx="2636595"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100"/>
                <a:buFont typeface="Barlow"/>
                <a:buNone/>
              </a:pPr>
              <a:r>
                <a:rPr b="0" i="0" lang="en-US" sz="1100" u="none" cap="none" strike="noStrike">
                  <a:solidFill>
                    <a:srgbClr val="222222"/>
                  </a:solidFill>
                  <a:latin typeface="Barlow"/>
                  <a:ea typeface="Barlow"/>
                  <a:cs typeface="Barlow"/>
                  <a:sym typeface="Barlow"/>
                </a:rPr>
                <a:t>Keterangan:</a:t>
              </a:r>
              <a:endParaRPr b="0" i="0" sz="1400" u="none" cap="none" strike="noStrike">
                <a:solidFill>
                  <a:srgbClr val="000000"/>
                </a:solidFill>
                <a:latin typeface="Arial"/>
                <a:ea typeface="Arial"/>
                <a:cs typeface="Arial"/>
                <a:sym typeface="Arial"/>
              </a:endParaRPr>
            </a:p>
          </p:txBody>
        </p:sp>
      </p:grpSp>
      <p:sp>
        <p:nvSpPr>
          <p:cNvPr id="730" name="Google Shape;730;p18"/>
          <p:cNvSpPr txBox="1"/>
          <p:nvPr/>
        </p:nvSpPr>
        <p:spPr>
          <a:xfrm>
            <a:off x="5102218" y="2039919"/>
            <a:ext cx="2600253" cy="31392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 Comoros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 Botswana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 Eritrea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4. Central African Rep.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5. Lesotho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6. Congo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7. Madagascar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8. DPRCongo</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00FF00"/>
                </a:highlight>
                <a:latin typeface="Arial"/>
                <a:ea typeface="Arial"/>
                <a:cs typeface="Arial"/>
                <a:sym typeface="Arial"/>
              </a:rPr>
              <a:t>9. Equatorial Guinea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10. Sao Tome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1" name="Google Shape;731;p18"/>
          <p:cNvSpPr txBox="1"/>
          <p:nvPr/>
        </p:nvSpPr>
        <p:spPr>
          <a:xfrm>
            <a:off x="7809711" y="2068739"/>
            <a:ext cx="2876685"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11. Libya</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12. Guinea Bissau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13. Seychelles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14. Senegal</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00FF00"/>
                </a:highlight>
                <a:latin typeface="Arial"/>
                <a:ea typeface="Arial"/>
                <a:cs typeface="Arial"/>
                <a:sym typeface="Arial"/>
              </a:rPr>
              <a:t>15. South Africa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16. Sudan</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17. Rwanda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18. Gabon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19. Zambia</a:t>
            </a:r>
            <a:endParaRPr b="0" i="0" sz="1800" u="none" cap="none" strike="noStrike">
              <a:solidFill>
                <a:srgbClr val="000000"/>
              </a:solidFill>
              <a:latin typeface="Arial"/>
              <a:ea typeface="Arial"/>
              <a:cs typeface="Arial"/>
              <a:sym typeface="Arial"/>
            </a:endParaRPr>
          </a:p>
        </p:txBody>
      </p:sp>
      <p:cxnSp>
        <p:nvCxnSpPr>
          <p:cNvPr id="732" name="Google Shape;732;p18"/>
          <p:cNvCxnSpPr/>
          <p:nvPr/>
        </p:nvCxnSpPr>
        <p:spPr>
          <a:xfrm>
            <a:off x="895283" y="1513587"/>
            <a:ext cx="2743200" cy="0"/>
          </a:xfrm>
          <a:prstGeom prst="straightConnector1">
            <a:avLst/>
          </a:prstGeom>
          <a:noFill/>
          <a:ln cap="flat" cmpd="sng" w="28575">
            <a:solidFill>
              <a:schemeClr val="dk1"/>
            </a:solidFill>
            <a:prstDash val="solid"/>
            <a:miter lim="800000"/>
            <a:headEnd len="sm" w="sm" type="none"/>
            <a:tailEnd len="sm" w="sm" type="none"/>
          </a:ln>
        </p:spPr>
      </p:cxnSp>
      <p:sp>
        <p:nvSpPr>
          <p:cNvPr id="733" name="Google Shape;733;p18"/>
          <p:cNvSpPr txBox="1"/>
          <p:nvPr/>
        </p:nvSpPr>
        <p:spPr>
          <a:xfrm>
            <a:off x="1509379" y="1137065"/>
            <a:ext cx="1494720" cy="562530"/>
          </a:xfrm>
          <a:prstGeom prst="rect">
            <a:avLst/>
          </a:prstGeom>
          <a:solidFill>
            <a:srgbClr val="A3C5ED"/>
          </a:solidFill>
          <a:ln>
            <a:noFill/>
          </a:ln>
        </p:spPr>
        <p:txBody>
          <a:bodyPr anchorCtr="0" anchor="t" bIns="0" lIns="0" spcFirstLastPara="1" rIns="0" wrap="square" tIns="8450">
            <a:spAutoFit/>
          </a:bodyPr>
          <a:lstStyle/>
          <a:p>
            <a:pPr indent="0" lvl="0" marL="8467" marR="0" rtl="0" algn="ctr">
              <a:lnSpc>
                <a:spcPct val="100000"/>
              </a:lnSpc>
              <a:spcBef>
                <a:spcPts val="0"/>
              </a:spcBef>
              <a:spcAft>
                <a:spcPts val="0"/>
              </a:spcAft>
              <a:buClr>
                <a:srgbClr val="000000"/>
              </a:buClr>
              <a:buSzPts val="1800"/>
              <a:buFont typeface="Arial"/>
              <a:buNone/>
            </a:pPr>
            <a:r>
              <a:rPr b="1" i="0" lang="en-US" sz="1800" u="none" cap="none" strike="noStrike">
                <a:solidFill>
                  <a:srgbClr val="001F5F"/>
                </a:solidFill>
                <a:latin typeface="Calibri"/>
                <a:ea typeface="Calibri"/>
                <a:cs typeface="Calibri"/>
                <a:sym typeface="Calibri"/>
              </a:rPr>
              <a:t>SUDAH MENERIMA</a:t>
            </a:r>
            <a:endParaRPr b="0" i="0" sz="1400" u="none" cap="none" strike="noStrike">
              <a:solidFill>
                <a:srgbClr val="000000"/>
              </a:solidFill>
              <a:latin typeface="Arial"/>
              <a:ea typeface="Arial"/>
              <a:cs typeface="Arial"/>
              <a:sym typeface="Arial"/>
            </a:endParaRPr>
          </a:p>
        </p:txBody>
      </p:sp>
      <p:sp>
        <p:nvSpPr>
          <p:cNvPr id="734" name="Google Shape;734;p18"/>
          <p:cNvSpPr txBox="1"/>
          <p:nvPr/>
        </p:nvSpPr>
        <p:spPr>
          <a:xfrm>
            <a:off x="5635619" y="1623143"/>
            <a:ext cx="2590800" cy="285549"/>
          </a:xfrm>
          <a:prstGeom prst="rect">
            <a:avLst/>
          </a:prstGeom>
          <a:solidFill>
            <a:srgbClr val="A3C5ED"/>
          </a:solidFill>
          <a:ln>
            <a:noFill/>
          </a:ln>
        </p:spPr>
        <p:txBody>
          <a:bodyPr anchorCtr="0" anchor="t" bIns="0" lIns="0" spcFirstLastPara="1" rIns="0" wrap="square" tIns="8450">
            <a:spAutoFit/>
          </a:bodyPr>
          <a:lstStyle/>
          <a:p>
            <a:pPr indent="0" lvl="0" marL="8467" marR="0" rtl="0" algn="ctr">
              <a:lnSpc>
                <a:spcPct val="100000"/>
              </a:lnSpc>
              <a:spcBef>
                <a:spcPts val="0"/>
              </a:spcBef>
              <a:spcAft>
                <a:spcPts val="0"/>
              </a:spcAft>
              <a:buClr>
                <a:srgbClr val="000000"/>
              </a:buClr>
              <a:buSzPts val="1800"/>
              <a:buFont typeface="Arial"/>
              <a:buNone/>
            </a:pPr>
            <a:r>
              <a:rPr b="1" i="0" lang="en-US" sz="1800" u="none" cap="none" strike="noStrike">
                <a:solidFill>
                  <a:srgbClr val="001F5F"/>
                </a:solidFill>
                <a:latin typeface="Calibri"/>
                <a:ea typeface="Calibri"/>
                <a:cs typeface="Calibri"/>
                <a:sym typeface="Calibri"/>
              </a:rPr>
              <a:t>PENERIMA POTENSIAL</a:t>
            </a:r>
            <a:endParaRPr b="0" i="0" sz="1400" u="none" cap="none" strike="noStrike">
              <a:solidFill>
                <a:srgbClr val="000000"/>
              </a:solidFill>
              <a:latin typeface="Arial"/>
              <a:ea typeface="Arial"/>
              <a:cs typeface="Arial"/>
              <a:sym typeface="Arial"/>
            </a:endParaRPr>
          </a:p>
        </p:txBody>
      </p:sp>
      <p:cxnSp>
        <p:nvCxnSpPr>
          <p:cNvPr id="735" name="Google Shape;735;p18"/>
          <p:cNvCxnSpPr/>
          <p:nvPr/>
        </p:nvCxnSpPr>
        <p:spPr>
          <a:xfrm>
            <a:off x="895283" y="1513587"/>
            <a:ext cx="0" cy="304800"/>
          </a:xfrm>
          <a:prstGeom prst="straightConnector1">
            <a:avLst/>
          </a:prstGeom>
          <a:noFill/>
          <a:ln cap="flat" cmpd="sng" w="28575">
            <a:solidFill>
              <a:schemeClr val="dk1"/>
            </a:solidFill>
            <a:prstDash val="solid"/>
            <a:miter lim="800000"/>
            <a:headEnd len="sm" w="sm" type="none"/>
            <a:tailEnd len="sm" w="sm" type="none"/>
          </a:ln>
        </p:spPr>
      </p:cxnSp>
      <p:cxnSp>
        <p:nvCxnSpPr>
          <p:cNvPr id="736" name="Google Shape;736;p18"/>
          <p:cNvCxnSpPr/>
          <p:nvPr/>
        </p:nvCxnSpPr>
        <p:spPr>
          <a:xfrm>
            <a:off x="3638483" y="1513587"/>
            <a:ext cx="0" cy="304800"/>
          </a:xfrm>
          <a:prstGeom prst="straightConnector1">
            <a:avLst/>
          </a:prstGeom>
          <a:noFill/>
          <a:ln cap="flat" cmpd="sng" w="28575">
            <a:solidFill>
              <a:schemeClr val="dk1"/>
            </a:solidFill>
            <a:prstDash val="solid"/>
            <a:miter lim="800000"/>
            <a:headEnd len="sm" w="sm" type="none"/>
            <a:tailEnd len="sm" w="sm" type="none"/>
          </a:ln>
        </p:spPr>
      </p:cxnSp>
      <p:cxnSp>
        <p:nvCxnSpPr>
          <p:cNvPr id="737" name="Google Shape;737;p18"/>
          <p:cNvCxnSpPr/>
          <p:nvPr/>
        </p:nvCxnSpPr>
        <p:spPr>
          <a:xfrm>
            <a:off x="5522628" y="1738314"/>
            <a:ext cx="0" cy="304800"/>
          </a:xfrm>
          <a:prstGeom prst="straightConnector1">
            <a:avLst/>
          </a:prstGeom>
          <a:noFill/>
          <a:ln cap="flat" cmpd="sng" w="28575">
            <a:solidFill>
              <a:schemeClr val="dk1"/>
            </a:solidFill>
            <a:prstDash val="solid"/>
            <a:miter lim="800000"/>
            <a:headEnd len="sm" w="sm" type="none"/>
            <a:tailEnd len="sm" w="sm" type="none"/>
          </a:ln>
        </p:spPr>
      </p:cxnSp>
      <p:cxnSp>
        <p:nvCxnSpPr>
          <p:cNvPr id="738" name="Google Shape;738;p18"/>
          <p:cNvCxnSpPr/>
          <p:nvPr/>
        </p:nvCxnSpPr>
        <p:spPr>
          <a:xfrm>
            <a:off x="8418228" y="1735119"/>
            <a:ext cx="0" cy="304800"/>
          </a:xfrm>
          <a:prstGeom prst="straightConnector1">
            <a:avLst/>
          </a:prstGeom>
          <a:noFill/>
          <a:ln cap="flat" cmpd="sng" w="28575">
            <a:solidFill>
              <a:schemeClr val="dk1"/>
            </a:solidFill>
            <a:prstDash val="solid"/>
            <a:miter lim="800000"/>
            <a:headEnd len="sm" w="sm" type="none"/>
            <a:tailEnd len="sm" w="sm" type="none"/>
          </a:ln>
        </p:spPr>
      </p:cxnSp>
      <p:pic>
        <p:nvPicPr>
          <p:cNvPr id="739" name="Google Shape;739;p18"/>
          <p:cNvPicPr preferRelativeResize="0"/>
          <p:nvPr/>
        </p:nvPicPr>
        <p:blipFill rotWithShape="1">
          <a:blip r:embed="rId3">
            <a:alphaModFix/>
          </a:blip>
          <a:srcRect b="0" l="2216" r="66686" t="9423"/>
          <a:stretch/>
        </p:blipFill>
        <p:spPr>
          <a:xfrm>
            <a:off x="10018589" y="95410"/>
            <a:ext cx="2101850" cy="555243"/>
          </a:xfrm>
          <a:prstGeom prst="rect">
            <a:avLst/>
          </a:prstGeom>
          <a:solidFill>
            <a:srgbClr val="D8D8D8"/>
          </a:solidFill>
          <a:ln>
            <a:noFill/>
          </a:ln>
        </p:spPr>
      </p:pic>
      <p:sp>
        <p:nvSpPr>
          <p:cNvPr id="740" name="Google Shape;740;p18"/>
          <p:cNvSpPr txBox="1"/>
          <p:nvPr/>
        </p:nvSpPr>
        <p:spPr>
          <a:xfrm>
            <a:off x="10686398" y="243578"/>
            <a:ext cx="1448858" cy="266430"/>
          </a:xfrm>
          <a:prstGeom prst="rect">
            <a:avLst/>
          </a:prstGeom>
          <a:noFill/>
          <a:ln>
            <a:noFill/>
          </a:ln>
        </p:spPr>
        <p:txBody>
          <a:bodyPr anchorCtr="0" anchor="t" bIns="30250" lIns="60450" spcFirstLastPara="1" rIns="60450" wrap="square" tIns="30250">
            <a:spAutoFit/>
          </a:bodyPr>
          <a:lstStyle/>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KEMENTERIAN PERHUBUNGAN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REPUBLIK INDONESIA</a:t>
            </a:r>
            <a:endParaRPr b="0" i="0" sz="1400" u="none" cap="none" strike="noStrike">
              <a:solidFill>
                <a:srgbClr val="000000"/>
              </a:solidFill>
              <a:latin typeface="Arial"/>
              <a:ea typeface="Arial"/>
              <a:cs typeface="Arial"/>
              <a:sym typeface="Arial"/>
            </a:endParaRPr>
          </a:p>
        </p:txBody>
      </p:sp>
      <p:pic>
        <p:nvPicPr>
          <p:cNvPr id="741" name="Google Shape;741;p18"/>
          <p:cNvPicPr preferRelativeResize="0"/>
          <p:nvPr/>
        </p:nvPicPr>
        <p:blipFill rotWithShape="1">
          <a:blip r:embed="rId4">
            <a:alphaModFix/>
          </a:blip>
          <a:srcRect b="0" l="0" r="0" t="0"/>
          <a:stretch/>
        </p:blipFill>
        <p:spPr>
          <a:xfrm>
            <a:off x="10440864" y="241461"/>
            <a:ext cx="245533" cy="282575"/>
          </a:xfrm>
          <a:prstGeom prst="rect">
            <a:avLst/>
          </a:prstGeom>
          <a:noFill/>
          <a:ln>
            <a:noFill/>
          </a:ln>
        </p:spPr>
      </p:pic>
      <p:sp>
        <p:nvSpPr>
          <p:cNvPr id="742" name="Google Shape;742;p18"/>
          <p:cNvSpPr/>
          <p:nvPr/>
        </p:nvSpPr>
        <p:spPr>
          <a:xfrm>
            <a:off x="10068331" y="221353"/>
            <a:ext cx="298450" cy="28892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743" name="Google Shape;743;p18"/>
          <p:cNvSpPr txBox="1"/>
          <p:nvPr/>
        </p:nvSpPr>
        <p:spPr>
          <a:xfrm>
            <a:off x="116451" y="6450243"/>
            <a:ext cx="620814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100"/>
              <a:buFont typeface="Barlow"/>
              <a:buNone/>
            </a:pPr>
            <a:r>
              <a:rPr b="0" i="0" lang="en-US" sz="1100" u="none" cap="none" strike="noStrike">
                <a:solidFill>
                  <a:srgbClr val="222222"/>
                </a:solidFill>
                <a:latin typeface="Barlow"/>
                <a:ea typeface="Barlow"/>
                <a:cs typeface="Barlow"/>
                <a:sym typeface="Barlow"/>
              </a:rPr>
              <a:t>Disarankan tetap memberikan bantuan kepada seluruh negara Afrika melalui skema AFI PLAN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19"/>
          <p:cNvSpPr txBox="1"/>
          <p:nvPr/>
        </p:nvSpPr>
        <p:spPr>
          <a:xfrm>
            <a:off x="381000" y="2057980"/>
            <a:ext cx="2791424" cy="36933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 Bahamas</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2. Barbados</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3. </a:t>
            </a:r>
            <a:r>
              <a:rPr b="0" i="0" lang="en-US" sz="1800" u="none" cap="none" strike="noStrike">
                <a:solidFill>
                  <a:srgbClr val="000000"/>
                </a:solidFill>
                <a:highlight>
                  <a:srgbClr val="00FF00"/>
                </a:highlight>
                <a:latin typeface="Arial"/>
                <a:ea typeface="Arial"/>
                <a:cs typeface="Arial"/>
                <a:sym typeface="Arial"/>
              </a:rPr>
              <a:t>Belize</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4. </a:t>
            </a:r>
            <a:r>
              <a:rPr b="0" i="0" lang="en-US" sz="1800" u="none" cap="none" strike="noStrike">
                <a:solidFill>
                  <a:srgbClr val="000000"/>
                </a:solidFill>
                <a:highlight>
                  <a:srgbClr val="00FF00"/>
                </a:highlight>
                <a:latin typeface="Arial"/>
                <a:ea typeface="Arial"/>
                <a:cs typeface="Arial"/>
                <a:sym typeface="Arial"/>
              </a:rPr>
              <a:t>Brazil</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5. Chile</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6. Dominican Republic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7. El Salvador</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8. Jamaica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00FF00"/>
                </a:highlight>
                <a:latin typeface="Arial"/>
                <a:ea typeface="Arial"/>
                <a:cs typeface="Arial"/>
                <a:sym typeface="Arial"/>
              </a:rPr>
              <a:t>9. Mexico</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10. Peru</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11. Saint Lucia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12. Suriname</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13. Venezuela</a:t>
            </a:r>
            <a:endParaRPr b="0" i="0" sz="1400" u="none" cap="none" strike="noStrike">
              <a:solidFill>
                <a:srgbClr val="000000"/>
              </a:solidFill>
              <a:latin typeface="Arial"/>
              <a:ea typeface="Arial"/>
              <a:cs typeface="Arial"/>
              <a:sym typeface="Arial"/>
            </a:endParaRPr>
          </a:p>
        </p:txBody>
      </p:sp>
      <p:sp>
        <p:nvSpPr>
          <p:cNvPr id="749" name="Google Shape;749;p19"/>
          <p:cNvSpPr txBox="1"/>
          <p:nvPr/>
        </p:nvSpPr>
        <p:spPr>
          <a:xfrm>
            <a:off x="228600" y="230051"/>
            <a:ext cx="1036320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2"/>
                </a:solidFill>
                <a:latin typeface="Calibri"/>
                <a:ea typeface="Calibri"/>
                <a:cs typeface="Calibri"/>
                <a:sym typeface="Calibri"/>
              </a:rPr>
              <a:t>IDENTIFIKASI NEGARA DEVELOPING COUNTRY TRAINING PROGRAME (DCTP)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2"/>
                </a:solidFill>
                <a:latin typeface="Calibri"/>
                <a:ea typeface="Calibri"/>
                <a:cs typeface="Calibri"/>
                <a:sym typeface="Calibri"/>
              </a:rPr>
              <a:t>KAWASAN AMERIKA LATIN - KARIBIA</a:t>
            </a:r>
            <a:endParaRPr b="0" i="0" sz="1400" u="none" cap="none" strike="noStrike">
              <a:solidFill>
                <a:srgbClr val="000000"/>
              </a:solidFill>
              <a:latin typeface="Arial"/>
              <a:ea typeface="Arial"/>
              <a:cs typeface="Arial"/>
              <a:sym typeface="Arial"/>
            </a:endParaRPr>
          </a:p>
        </p:txBody>
      </p:sp>
      <p:grpSp>
        <p:nvGrpSpPr>
          <p:cNvPr id="750" name="Google Shape;750;p19"/>
          <p:cNvGrpSpPr/>
          <p:nvPr/>
        </p:nvGrpSpPr>
        <p:grpSpPr>
          <a:xfrm>
            <a:off x="9855468" y="4772336"/>
            <a:ext cx="2636595" cy="1933264"/>
            <a:chOff x="9855468" y="4772336"/>
            <a:chExt cx="2636595" cy="1933264"/>
          </a:xfrm>
        </p:grpSpPr>
        <p:grpSp>
          <p:nvGrpSpPr>
            <p:cNvPr id="751" name="Google Shape;751;p19"/>
            <p:cNvGrpSpPr/>
            <p:nvPr/>
          </p:nvGrpSpPr>
          <p:grpSpPr>
            <a:xfrm>
              <a:off x="9961336" y="5123597"/>
              <a:ext cx="2115735" cy="1582003"/>
              <a:chOff x="9648090" y="4596085"/>
              <a:chExt cx="2830883" cy="2116741"/>
            </a:xfrm>
          </p:grpSpPr>
          <p:sp>
            <p:nvSpPr>
              <p:cNvPr id="752" name="Google Shape;752;p19"/>
              <p:cNvSpPr txBox="1"/>
              <p:nvPr/>
            </p:nvSpPr>
            <p:spPr>
              <a:xfrm>
                <a:off x="9648090" y="4649945"/>
                <a:ext cx="282827" cy="452990"/>
              </a:xfrm>
              <a:prstGeom prst="rect">
                <a:avLst/>
              </a:prstGeom>
              <a:solidFill>
                <a:srgbClr val="FF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753" name="Google Shape;753;p19"/>
              <p:cNvSpPr txBox="1"/>
              <p:nvPr/>
            </p:nvSpPr>
            <p:spPr>
              <a:xfrm>
                <a:off x="10074405" y="4596085"/>
                <a:ext cx="2354431" cy="370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Kompetitor Potensial </a:t>
                </a:r>
                <a:endParaRPr b="0" i="0" sz="1200" u="none" cap="none" strike="noStrike">
                  <a:solidFill>
                    <a:srgbClr val="000000"/>
                  </a:solidFill>
                  <a:latin typeface="Arial"/>
                  <a:ea typeface="Arial"/>
                  <a:cs typeface="Arial"/>
                  <a:sym typeface="Arial"/>
                </a:endParaRPr>
              </a:p>
            </p:txBody>
          </p:sp>
          <p:sp>
            <p:nvSpPr>
              <p:cNvPr id="754" name="Google Shape;754;p19"/>
              <p:cNvSpPr txBox="1"/>
              <p:nvPr/>
            </p:nvSpPr>
            <p:spPr>
              <a:xfrm>
                <a:off x="9648090" y="5486400"/>
                <a:ext cx="282827" cy="452990"/>
              </a:xfrm>
              <a:prstGeom prst="rect">
                <a:avLst/>
              </a:prstGeom>
              <a:solidFill>
                <a:srgbClr val="00FFFF"/>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755" name="Google Shape;755;p19"/>
              <p:cNvSpPr txBox="1"/>
              <p:nvPr/>
            </p:nvSpPr>
            <p:spPr>
              <a:xfrm>
                <a:off x="10074405" y="5450246"/>
                <a:ext cx="2404568" cy="370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Prioritas Penerima  </a:t>
                </a:r>
                <a:endParaRPr b="0" i="0" sz="1200" u="none" cap="none" strike="noStrike">
                  <a:solidFill>
                    <a:srgbClr val="000000"/>
                  </a:solidFill>
                  <a:latin typeface="Arial"/>
                  <a:ea typeface="Arial"/>
                  <a:cs typeface="Arial"/>
                  <a:sym typeface="Arial"/>
                </a:endParaRPr>
              </a:p>
            </p:txBody>
          </p:sp>
          <p:sp>
            <p:nvSpPr>
              <p:cNvPr id="756" name="Google Shape;756;p19"/>
              <p:cNvSpPr txBox="1"/>
              <p:nvPr/>
            </p:nvSpPr>
            <p:spPr>
              <a:xfrm>
                <a:off x="9648090" y="6259836"/>
                <a:ext cx="282827" cy="452990"/>
              </a:xfrm>
              <a:prstGeom prst="rect">
                <a:avLst/>
              </a:prstGeom>
              <a:solidFill>
                <a:srgbClr val="00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757" name="Google Shape;757;p19"/>
              <p:cNvSpPr txBox="1"/>
              <p:nvPr/>
            </p:nvSpPr>
            <p:spPr>
              <a:xfrm>
                <a:off x="10074405" y="6259836"/>
                <a:ext cx="2404568" cy="3706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Dewan ICAO</a:t>
                </a:r>
                <a:endParaRPr b="0" i="0" sz="1200" u="none" cap="none" strike="noStrike">
                  <a:solidFill>
                    <a:srgbClr val="000000"/>
                  </a:solidFill>
                  <a:latin typeface="Arial"/>
                  <a:ea typeface="Arial"/>
                  <a:cs typeface="Arial"/>
                  <a:sym typeface="Arial"/>
                </a:endParaRPr>
              </a:p>
            </p:txBody>
          </p:sp>
        </p:grpSp>
        <p:sp>
          <p:nvSpPr>
            <p:cNvPr id="758" name="Google Shape;758;p19"/>
            <p:cNvSpPr txBox="1"/>
            <p:nvPr/>
          </p:nvSpPr>
          <p:spPr>
            <a:xfrm>
              <a:off x="9855468" y="4772336"/>
              <a:ext cx="2636595"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100"/>
                <a:buFont typeface="Barlow"/>
                <a:buNone/>
              </a:pPr>
              <a:r>
                <a:rPr b="0" i="0" lang="en-US" sz="1100" u="none" cap="none" strike="noStrike">
                  <a:solidFill>
                    <a:srgbClr val="222222"/>
                  </a:solidFill>
                  <a:latin typeface="Barlow"/>
                  <a:ea typeface="Barlow"/>
                  <a:cs typeface="Barlow"/>
                  <a:sym typeface="Barlow"/>
                </a:rPr>
                <a:t>Keterangan:</a:t>
              </a:r>
              <a:endParaRPr b="0" i="0" sz="1400" u="none" cap="none" strike="noStrike">
                <a:solidFill>
                  <a:srgbClr val="000000"/>
                </a:solidFill>
                <a:latin typeface="Arial"/>
                <a:ea typeface="Arial"/>
                <a:cs typeface="Arial"/>
                <a:sym typeface="Arial"/>
              </a:endParaRPr>
            </a:p>
          </p:txBody>
        </p:sp>
      </p:grpSp>
      <p:pic>
        <p:nvPicPr>
          <p:cNvPr id="759" name="Google Shape;759;p19"/>
          <p:cNvPicPr preferRelativeResize="0"/>
          <p:nvPr/>
        </p:nvPicPr>
        <p:blipFill rotWithShape="1">
          <a:blip r:embed="rId3">
            <a:alphaModFix/>
          </a:blip>
          <a:srcRect b="0" l="2216" r="66686" t="9423"/>
          <a:stretch/>
        </p:blipFill>
        <p:spPr>
          <a:xfrm>
            <a:off x="10018589" y="95410"/>
            <a:ext cx="2101850" cy="555243"/>
          </a:xfrm>
          <a:prstGeom prst="rect">
            <a:avLst/>
          </a:prstGeom>
          <a:solidFill>
            <a:srgbClr val="D8D8D8"/>
          </a:solidFill>
          <a:ln>
            <a:noFill/>
          </a:ln>
        </p:spPr>
      </p:pic>
      <p:sp>
        <p:nvSpPr>
          <p:cNvPr id="760" name="Google Shape;760;p19"/>
          <p:cNvSpPr txBox="1"/>
          <p:nvPr/>
        </p:nvSpPr>
        <p:spPr>
          <a:xfrm>
            <a:off x="10686398" y="243578"/>
            <a:ext cx="1448858" cy="266430"/>
          </a:xfrm>
          <a:prstGeom prst="rect">
            <a:avLst/>
          </a:prstGeom>
          <a:noFill/>
          <a:ln>
            <a:noFill/>
          </a:ln>
        </p:spPr>
        <p:txBody>
          <a:bodyPr anchorCtr="0" anchor="t" bIns="30250" lIns="60450" spcFirstLastPara="1" rIns="60450" wrap="square" tIns="30250">
            <a:spAutoFit/>
          </a:bodyPr>
          <a:lstStyle/>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KEMENTERIAN PERHUBUNGAN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REPUBLIK INDONESIA</a:t>
            </a:r>
            <a:endParaRPr b="0" i="0" sz="1400" u="none" cap="none" strike="noStrike">
              <a:solidFill>
                <a:srgbClr val="000000"/>
              </a:solidFill>
              <a:latin typeface="Arial"/>
              <a:ea typeface="Arial"/>
              <a:cs typeface="Arial"/>
              <a:sym typeface="Arial"/>
            </a:endParaRPr>
          </a:p>
        </p:txBody>
      </p:sp>
      <p:pic>
        <p:nvPicPr>
          <p:cNvPr id="761" name="Google Shape;761;p19"/>
          <p:cNvPicPr preferRelativeResize="0"/>
          <p:nvPr/>
        </p:nvPicPr>
        <p:blipFill rotWithShape="1">
          <a:blip r:embed="rId4">
            <a:alphaModFix/>
          </a:blip>
          <a:srcRect b="0" l="0" r="0" t="0"/>
          <a:stretch/>
        </p:blipFill>
        <p:spPr>
          <a:xfrm>
            <a:off x="10440864" y="241461"/>
            <a:ext cx="245533" cy="282575"/>
          </a:xfrm>
          <a:prstGeom prst="rect">
            <a:avLst/>
          </a:prstGeom>
          <a:noFill/>
          <a:ln>
            <a:noFill/>
          </a:ln>
        </p:spPr>
      </p:pic>
      <p:sp>
        <p:nvSpPr>
          <p:cNvPr id="762" name="Google Shape;762;p19"/>
          <p:cNvSpPr/>
          <p:nvPr/>
        </p:nvSpPr>
        <p:spPr>
          <a:xfrm>
            <a:off x="10068331" y="221353"/>
            <a:ext cx="298450" cy="28892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763" name="Google Shape;763;p19"/>
          <p:cNvSpPr txBox="1"/>
          <p:nvPr/>
        </p:nvSpPr>
        <p:spPr>
          <a:xfrm>
            <a:off x="3934765" y="2057979"/>
            <a:ext cx="2042523" cy="34162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00FF00"/>
                </a:highlight>
                <a:latin typeface="Arial"/>
                <a:ea typeface="Arial"/>
                <a:cs typeface="Arial"/>
                <a:sym typeface="Arial"/>
              </a:rPr>
              <a:t>1. Argentina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 Aruba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00FF00"/>
                </a:highlight>
                <a:latin typeface="Arial"/>
                <a:ea typeface="Arial"/>
                <a:cs typeface="Arial"/>
                <a:sym typeface="Arial"/>
              </a:rPr>
              <a:t>3. Colombia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4. Costa Rica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00FF00"/>
                </a:highlight>
                <a:latin typeface="Arial"/>
                <a:ea typeface="Arial"/>
                <a:cs typeface="Arial"/>
                <a:sym typeface="Arial"/>
              </a:rPr>
              <a:t>5. Cuba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00FF00"/>
                </a:highlight>
                <a:latin typeface="Arial"/>
                <a:ea typeface="Arial"/>
                <a:cs typeface="Arial"/>
                <a:sym typeface="Arial"/>
              </a:rPr>
              <a:t>6. Ecuador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7. Guatemala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8. Honduras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9. Nicaragua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10. Panama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11. Paraguay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00FF00"/>
                </a:highlight>
                <a:latin typeface="Arial"/>
                <a:ea typeface="Arial"/>
                <a:cs typeface="Arial"/>
                <a:sym typeface="Arial"/>
              </a:rPr>
              <a:t>12. Uruguay </a:t>
            </a:r>
            <a:endParaRPr b="0" i="0" sz="1800" u="none" cap="none" strike="noStrike">
              <a:solidFill>
                <a:srgbClr val="000000"/>
              </a:solidFill>
              <a:highlight>
                <a:srgbClr val="00FF00"/>
              </a:highlight>
              <a:latin typeface="Arial"/>
              <a:ea typeface="Arial"/>
              <a:cs typeface="Arial"/>
              <a:sym typeface="Arial"/>
            </a:endParaRPr>
          </a:p>
        </p:txBody>
      </p:sp>
      <p:sp>
        <p:nvSpPr>
          <p:cNvPr id="764" name="Google Shape;764;p19"/>
          <p:cNvSpPr txBox="1"/>
          <p:nvPr/>
        </p:nvSpPr>
        <p:spPr>
          <a:xfrm>
            <a:off x="450088" y="1590434"/>
            <a:ext cx="1494720" cy="562530"/>
          </a:xfrm>
          <a:prstGeom prst="rect">
            <a:avLst/>
          </a:prstGeom>
          <a:solidFill>
            <a:srgbClr val="A3C5ED"/>
          </a:solidFill>
          <a:ln>
            <a:noFill/>
          </a:ln>
        </p:spPr>
        <p:txBody>
          <a:bodyPr anchorCtr="0" anchor="t" bIns="0" lIns="0" spcFirstLastPara="1" rIns="0" wrap="square" tIns="8450">
            <a:spAutoFit/>
          </a:bodyPr>
          <a:lstStyle/>
          <a:p>
            <a:pPr indent="0" lvl="0" marL="8467" marR="0" rtl="0" algn="ctr">
              <a:lnSpc>
                <a:spcPct val="100000"/>
              </a:lnSpc>
              <a:spcBef>
                <a:spcPts val="0"/>
              </a:spcBef>
              <a:spcAft>
                <a:spcPts val="0"/>
              </a:spcAft>
              <a:buClr>
                <a:srgbClr val="000000"/>
              </a:buClr>
              <a:buSzPts val="1800"/>
              <a:buFont typeface="Arial"/>
              <a:buNone/>
            </a:pPr>
            <a:r>
              <a:rPr b="1" i="0" lang="en-US" sz="1800" u="none" cap="none" strike="noStrike">
                <a:solidFill>
                  <a:srgbClr val="001F5F"/>
                </a:solidFill>
                <a:latin typeface="Calibri"/>
                <a:ea typeface="Calibri"/>
                <a:cs typeface="Calibri"/>
                <a:sym typeface="Calibri"/>
              </a:rPr>
              <a:t>SUDAH MENERIMA</a:t>
            </a:r>
            <a:endParaRPr b="0" i="0" sz="1400" u="none" cap="none" strike="noStrike">
              <a:solidFill>
                <a:srgbClr val="000000"/>
              </a:solidFill>
              <a:latin typeface="Arial"/>
              <a:ea typeface="Arial"/>
              <a:cs typeface="Arial"/>
              <a:sym typeface="Arial"/>
            </a:endParaRPr>
          </a:p>
        </p:txBody>
      </p:sp>
      <p:sp>
        <p:nvSpPr>
          <p:cNvPr id="765" name="Google Shape;765;p19"/>
          <p:cNvSpPr txBox="1"/>
          <p:nvPr/>
        </p:nvSpPr>
        <p:spPr>
          <a:xfrm>
            <a:off x="6705600" y="2057979"/>
            <a:ext cx="3980797" cy="23082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13. Antigua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14. Barbuda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15. Dominica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16. Grenada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17. Haiti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18. St. Kitts and Nevis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19. St. Vincent and 20. Grenadines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21. Trinidad and Tobago</a:t>
            </a:r>
            <a:endParaRPr b="0" i="0" sz="1800" u="none" cap="none" strike="noStrike">
              <a:solidFill>
                <a:srgbClr val="000000"/>
              </a:solidFill>
              <a:latin typeface="Arial"/>
              <a:ea typeface="Arial"/>
              <a:cs typeface="Arial"/>
              <a:sym typeface="Arial"/>
            </a:endParaRPr>
          </a:p>
        </p:txBody>
      </p:sp>
      <p:cxnSp>
        <p:nvCxnSpPr>
          <p:cNvPr id="766" name="Google Shape;766;p19"/>
          <p:cNvCxnSpPr/>
          <p:nvPr/>
        </p:nvCxnSpPr>
        <p:spPr>
          <a:xfrm>
            <a:off x="4343400" y="1723583"/>
            <a:ext cx="2971800" cy="0"/>
          </a:xfrm>
          <a:prstGeom prst="straightConnector1">
            <a:avLst/>
          </a:prstGeom>
          <a:noFill/>
          <a:ln cap="flat" cmpd="sng" w="28575">
            <a:solidFill>
              <a:schemeClr val="dk1"/>
            </a:solidFill>
            <a:prstDash val="solid"/>
            <a:miter lim="800000"/>
            <a:headEnd len="sm" w="sm" type="none"/>
            <a:tailEnd len="sm" w="sm" type="none"/>
          </a:ln>
        </p:spPr>
      </p:cxnSp>
      <p:cxnSp>
        <p:nvCxnSpPr>
          <p:cNvPr id="767" name="Google Shape;767;p19"/>
          <p:cNvCxnSpPr/>
          <p:nvPr/>
        </p:nvCxnSpPr>
        <p:spPr>
          <a:xfrm>
            <a:off x="4343400" y="1723583"/>
            <a:ext cx="0" cy="304800"/>
          </a:xfrm>
          <a:prstGeom prst="straightConnector1">
            <a:avLst/>
          </a:prstGeom>
          <a:noFill/>
          <a:ln cap="flat" cmpd="sng" w="28575">
            <a:solidFill>
              <a:schemeClr val="dk1"/>
            </a:solidFill>
            <a:prstDash val="solid"/>
            <a:miter lim="800000"/>
            <a:headEnd len="sm" w="sm" type="none"/>
            <a:tailEnd len="sm" w="sm" type="none"/>
          </a:ln>
        </p:spPr>
      </p:cxnSp>
      <p:cxnSp>
        <p:nvCxnSpPr>
          <p:cNvPr id="768" name="Google Shape;768;p19"/>
          <p:cNvCxnSpPr/>
          <p:nvPr/>
        </p:nvCxnSpPr>
        <p:spPr>
          <a:xfrm>
            <a:off x="7315200" y="1723583"/>
            <a:ext cx="0" cy="257617"/>
          </a:xfrm>
          <a:prstGeom prst="straightConnector1">
            <a:avLst/>
          </a:prstGeom>
          <a:noFill/>
          <a:ln cap="flat" cmpd="sng" w="28575">
            <a:solidFill>
              <a:schemeClr val="dk1"/>
            </a:solidFill>
            <a:prstDash val="solid"/>
            <a:miter lim="800000"/>
            <a:headEnd len="sm" w="sm" type="none"/>
            <a:tailEnd len="sm" w="sm" type="none"/>
          </a:ln>
        </p:spPr>
      </p:cxnSp>
      <p:sp>
        <p:nvSpPr>
          <p:cNvPr id="769" name="Google Shape;769;p19"/>
          <p:cNvSpPr txBox="1"/>
          <p:nvPr/>
        </p:nvSpPr>
        <p:spPr>
          <a:xfrm>
            <a:off x="4495800" y="1590434"/>
            <a:ext cx="2590800" cy="285549"/>
          </a:xfrm>
          <a:prstGeom prst="rect">
            <a:avLst/>
          </a:prstGeom>
          <a:solidFill>
            <a:srgbClr val="A3C5ED"/>
          </a:solidFill>
          <a:ln>
            <a:noFill/>
          </a:ln>
        </p:spPr>
        <p:txBody>
          <a:bodyPr anchorCtr="0" anchor="t" bIns="0" lIns="0" spcFirstLastPara="1" rIns="0" wrap="square" tIns="8450">
            <a:spAutoFit/>
          </a:bodyPr>
          <a:lstStyle/>
          <a:p>
            <a:pPr indent="0" lvl="0" marL="8467" marR="0" rtl="0" algn="ctr">
              <a:lnSpc>
                <a:spcPct val="100000"/>
              </a:lnSpc>
              <a:spcBef>
                <a:spcPts val="0"/>
              </a:spcBef>
              <a:spcAft>
                <a:spcPts val="0"/>
              </a:spcAft>
              <a:buClr>
                <a:srgbClr val="000000"/>
              </a:buClr>
              <a:buSzPts val="1800"/>
              <a:buFont typeface="Arial"/>
              <a:buNone/>
            </a:pPr>
            <a:r>
              <a:rPr b="1" i="0" lang="en-US" sz="1800" u="none" cap="none" strike="noStrike">
                <a:solidFill>
                  <a:srgbClr val="001F5F"/>
                </a:solidFill>
                <a:latin typeface="Calibri"/>
                <a:ea typeface="Calibri"/>
                <a:cs typeface="Calibri"/>
                <a:sym typeface="Calibri"/>
              </a:rPr>
              <a:t>PENERIMA POTENSIAL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20"/>
          <p:cNvSpPr txBox="1"/>
          <p:nvPr/>
        </p:nvSpPr>
        <p:spPr>
          <a:xfrm>
            <a:off x="2903176" y="1985995"/>
            <a:ext cx="5857800" cy="2586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 Azerbaijan</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2. Iran</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3. Iraq</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4. Jordan</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5. Kuwait</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6. Lebanon</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7. </a:t>
            </a:r>
            <a:r>
              <a:rPr b="0" i="0" lang="en-US" sz="1800" u="none" cap="none" strike="noStrike">
                <a:solidFill>
                  <a:srgbClr val="000000"/>
                </a:solidFill>
                <a:highlight>
                  <a:srgbClr val="FFFF00"/>
                </a:highlight>
                <a:latin typeface="Arial"/>
                <a:ea typeface="Arial"/>
                <a:cs typeface="Arial"/>
                <a:sym typeface="Arial"/>
              </a:rPr>
              <a:t>Oman</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8. Syria</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9. Yemen</a:t>
            </a:r>
            <a:endParaRPr b="0" i="0" sz="1400" u="none" cap="none" strike="noStrike">
              <a:solidFill>
                <a:srgbClr val="000000"/>
              </a:solidFill>
              <a:latin typeface="Arial"/>
              <a:ea typeface="Arial"/>
              <a:cs typeface="Arial"/>
              <a:sym typeface="Arial"/>
            </a:endParaRPr>
          </a:p>
        </p:txBody>
      </p:sp>
      <p:sp>
        <p:nvSpPr>
          <p:cNvPr id="775" name="Google Shape;775;p20"/>
          <p:cNvSpPr txBox="1"/>
          <p:nvPr/>
        </p:nvSpPr>
        <p:spPr>
          <a:xfrm>
            <a:off x="228600" y="230051"/>
            <a:ext cx="1181100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2"/>
                </a:solidFill>
                <a:latin typeface="Calibri"/>
                <a:ea typeface="Calibri"/>
                <a:cs typeface="Calibri"/>
                <a:sym typeface="Calibri"/>
              </a:rPr>
              <a:t>IDENTIFIKASI NEGARA DEVELOPING COUNTRY TRAINING PROGRAME (DCTP)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2"/>
                </a:solidFill>
                <a:latin typeface="Calibri"/>
                <a:ea typeface="Calibri"/>
                <a:cs typeface="Calibri"/>
                <a:sym typeface="Calibri"/>
              </a:rPr>
              <a:t>KAWASAN TIMUR TENGAH</a:t>
            </a:r>
            <a:endParaRPr b="0" i="0" sz="1400" u="none" cap="none" strike="noStrike">
              <a:solidFill>
                <a:srgbClr val="000000"/>
              </a:solidFill>
              <a:latin typeface="Arial"/>
              <a:ea typeface="Arial"/>
              <a:cs typeface="Arial"/>
              <a:sym typeface="Arial"/>
            </a:endParaRPr>
          </a:p>
        </p:txBody>
      </p:sp>
      <p:grpSp>
        <p:nvGrpSpPr>
          <p:cNvPr id="776" name="Google Shape;776;p20"/>
          <p:cNvGrpSpPr/>
          <p:nvPr/>
        </p:nvGrpSpPr>
        <p:grpSpPr>
          <a:xfrm>
            <a:off x="9855468" y="4772336"/>
            <a:ext cx="2636595" cy="1933264"/>
            <a:chOff x="9855468" y="4772336"/>
            <a:chExt cx="2636595" cy="1933264"/>
          </a:xfrm>
        </p:grpSpPr>
        <p:grpSp>
          <p:nvGrpSpPr>
            <p:cNvPr id="777" name="Google Shape;777;p20"/>
            <p:cNvGrpSpPr/>
            <p:nvPr/>
          </p:nvGrpSpPr>
          <p:grpSpPr>
            <a:xfrm>
              <a:off x="9961336" y="5123597"/>
              <a:ext cx="2115735" cy="1582003"/>
              <a:chOff x="9648090" y="4596085"/>
              <a:chExt cx="2830883" cy="2116741"/>
            </a:xfrm>
          </p:grpSpPr>
          <p:sp>
            <p:nvSpPr>
              <p:cNvPr id="778" name="Google Shape;778;p20"/>
              <p:cNvSpPr txBox="1"/>
              <p:nvPr/>
            </p:nvSpPr>
            <p:spPr>
              <a:xfrm>
                <a:off x="9648090" y="4649945"/>
                <a:ext cx="282827" cy="452990"/>
              </a:xfrm>
              <a:prstGeom prst="rect">
                <a:avLst/>
              </a:prstGeom>
              <a:solidFill>
                <a:srgbClr val="FF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779" name="Google Shape;779;p20"/>
              <p:cNvSpPr txBox="1"/>
              <p:nvPr/>
            </p:nvSpPr>
            <p:spPr>
              <a:xfrm>
                <a:off x="10074405" y="4596085"/>
                <a:ext cx="2354431" cy="370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Kompetitor Potensial </a:t>
                </a:r>
                <a:endParaRPr b="0" i="0" sz="1200" u="none" cap="none" strike="noStrike">
                  <a:solidFill>
                    <a:srgbClr val="000000"/>
                  </a:solidFill>
                  <a:latin typeface="Arial"/>
                  <a:ea typeface="Arial"/>
                  <a:cs typeface="Arial"/>
                  <a:sym typeface="Arial"/>
                </a:endParaRPr>
              </a:p>
            </p:txBody>
          </p:sp>
          <p:sp>
            <p:nvSpPr>
              <p:cNvPr id="780" name="Google Shape;780;p20"/>
              <p:cNvSpPr txBox="1"/>
              <p:nvPr/>
            </p:nvSpPr>
            <p:spPr>
              <a:xfrm>
                <a:off x="9648090" y="5486400"/>
                <a:ext cx="282827" cy="452990"/>
              </a:xfrm>
              <a:prstGeom prst="rect">
                <a:avLst/>
              </a:prstGeom>
              <a:solidFill>
                <a:srgbClr val="00FFFF"/>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781" name="Google Shape;781;p20"/>
              <p:cNvSpPr txBox="1"/>
              <p:nvPr/>
            </p:nvSpPr>
            <p:spPr>
              <a:xfrm>
                <a:off x="10074405" y="5450246"/>
                <a:ext cx="2404568" cy="370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Prioritas Penerima  </a:t>
                </a:r>
                <a:endParaRPr b="0" i="0" sz="1200" u="none" cap="none" strike="noStrike">
                  <a:solidFill>
                    <a:srgbClr val="000000"/>
                  </a:solidFill>
                  <a:latin typeface="Arial"/>
                  <a:ea typeface="Arial"/>
                  <a:cs typeface="Arial"/>
                  <a:sym typeface="Arial"/>
                </a:endParaRPr>
              </a:p>
            </p:txBody>
          </p:sp>
          <p:sp>
            <p:nvSpPr>
              <p:cNvPr id="782" name="Google Shape;782;p20"/>
              <p:cNvSpPr txBox="1"/>
              <p:nvPr/>
            </p:nvSpPr>
            <p:spPr>
              <a:xfrm>
                <a:off x="9648090" y="6259836"/>
                <a:ext cx="282827" cy="452990"/>
              </a:xfrm>
              <a:prstGeom prst="rect">
                <a:avLst/>
              </a:prstGeom>
              <a:solidFill>
                <a:srgbClr val="00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783" name="Google Shape;783;p20"/>
              <p:cNvSpPr txBox="1"/>
              <p:nvPr/>
            </p:nvSpPr>
            <p:spPr>
              <a:xfrm>
                <a:off x="10074405" y="6259836"/>
                <a:ext cx="2404568" cy="3706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Dewan ICAO</a:t>
                </a:r>
                <a:endParaRPr b="0" i="0" sz="1200" u="none" cap="none" strike="noStrike">
                  <a:solidFill>
                    <a:srgbClr val="000000"/>
                  </a:solidFill>
                  <a:latin typeface="Arial"/>
                  <a:ea typeface="Arial"/>
                  <a:cs typeface="Arial"/>
                  <a:sym typeface="Arial"/>
                </a:endParaRPr>
              </a:p>
            </p:txBody>
          </p:sp>
        </p:grpSp>
        <p:sp>
          <p:nvSpPr>
            <p:cNvPr id="784" name="Google Shape;784;p20"/>
            <p:cNvSpPr txBox="1"/>
            <p:nvPr/>
          </p:nvSpPr>
          <p:spPr>
            <a:xfrm>
              <a:off x="9855468" y="4772336"/>
              <a:ext cx="2636595"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100"/>
                <a:buFont typeface="Barlow"/>
                <a:buNone/>
              </a:pPr>
              <a:r>
                <a:rPr b="0" i="0" lang="en-US" sz="1100" u="none" cap="none" strike="noStrike">
                  <a:solidFill>
                    <a:srgbClr val="222222"/>
                  </a:solidFill>
                  <a:latin typeface="Barlow"/>
                  <a:ea typeface="Barlow"/>
                  <a:cs typeface="Barlow"/>
                  <a:sym typeface="Barlow"/>
                </a:rPr>
                <a:t>Keterangan:</a:t>
              </a:r>
              <a:endParaRPr b="0" i="0" sz="1400" u="none" cap="none" strike="noStrike">
                <a:solidFill>
                  <a:srgbClr val="000000"/>
                </a:solidFill>
                <a:latin typeface="Arial"/>
                <a:ea typeface="Arial"/>
                <a:cs typeface="Arial"/>
                <a:sym typeface="Arial"/>
              </a:endParaRPr>
            </a:p>
          </p:txBody>
        </p:sp>
      </p:grpSp>
      <p:pic>
        <p:nvPicPr>
          <p:cNvPr id="785" name="Google Shape;785;p20"/>
          <p:cNvPicPr preferRelativeResize="0"/>
          <p:nvPr/>
        </p:nvPicPr>
        <p:blipFill rotWithShape="1">
          <a:blip r:embed="rId3">
            <a:alphaModFix/>
          </a:blip>
          <a:srcRect b="0" l="2216" r="66686" t="9423"/>
          <a:stretch/>
        </p:blipFill>
        <p:spPr>
          <a:xfrm>
            <a:off x="10018589" y="95410"/>
            <a:ext cx="2101850" cy="555243"/>
          </a:xfrm>
          <a:prstGeom prst="rect">
            <a:avLst/>
          </a:prstGeom>
          <a:solidFill>
            <a:srgbClr val="D8D8D8"/>
          </a:solidFill>
          <a:ln>
            <a:noFill/>
          </a:ln>
        </p:spPr>
      </p:pic>
      <p:sp>
        <p:nvSpPr>
          <p:cNvPr id="786" name="Google Shape;786;p20"/>
          <p:cNvSpPr txBox="1"/>
          <p:nvPr/>
        </p:nvSpPr>
        <p:spPr>
          <a:xfrm>
            <a:off x="10686398" y="243578"/>
            <a:ext cx="1448858" cy="266430"/>
          </a:xfrm>
          <a:prstGeom prst="rect">
            <a:avLst/>
          </a:prstGeom>
          <a:noFill/>
          <a:ln>
            <a:noFill/>
          </a:ln>
        </p:spPr>
        <p:txBody>
          <a:bodyPr anchorCtr="0" anchor="t" bIns="30250" lIns="60450" spcFirstLastPara="1" rIns="60450" wrap="square" tIns="30250">
            <a:spAutoFit/>
          </a:bodyPr>
          <a:lstStyle/>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KEMENTERIAN PERHUBUNGAN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REPUBLIK INDONESIA</a:t>
            </a:r>
            <a:endParaRPr b="0" i="0" sz="1400" u="none" cap="none" strike="noStrike">
              <a:solidFill>
                <a:srgbClr val="000000"/>
              </a:solidFill>
              <a:latin typeface="Arial"/>
              <a:ea typeface="Arial"/>
              <a:cs typeface="Arial"/>
              <a:sym typeface="Arial"/>
            </a:endParaRPr>
          </a:p>
        </p:txBody>
      </p:sp>
      <p:pic>
        <p:nvPicPr>
          <p:cNvPr id="787" name="Google Shape;787;p20"/>
          <p:cNvPicPr preferRelativeResize="0"/>
          <p:nvPr/>
        </p:nvPicPr>
        <p:blipFill rotWithShape="1">
          <a:blip r:embed="rId4">
            <a:alphaModFix/>
          </a:blip>
          <a:srcRect b="0" l="0" r="0" t="0"/>
          <a:stretch/>
        </p:blipFill>
        <p:spPr>
          <a:xfrm>
            <a:off x="10440864" y="241461"/>
            <a:ext cx="245533" cy="282575"/>
          </a:xfrm>
          <a:prstGeom prst="rect">
            <a:avLst/>
          </a:prstGeom>
          <a:noFill/>
          <a:ln>
            <a:noFill/>
          </a:ln>
        </p:spPr>
      </p:pic>
      <p:sp>
        <p:nvSpPr>
          <p:cNvPr id="788" name="Google Shape;788;p20"/>
          <p:cNvSpPr/>
          <p:nvPr/>
        </p:nvSpPr>
        <p:spPr>
          <a:xfrm>
            <a:off x="10068331" y="221353"/>
            <a:ext cx="298450" cy="28892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789" name="Google Shape;789;p20"/>
          <p:cNvSpPr txBox="1"/>
          <p:nvPr/>
        </p:nvSpPr>
        <p:spPr>
          <a:xfrm>
            <a:off x="3428989" y="1390588"/>
            <a:ext cx="4946700" cy="285600"/>
          </a:xfrm>
          <a:prstGeom prst="rect">
            <a:avLst/>
          </a:prstGeom>
          <a:solidFill>
            <a:srgbClr val="A3C5ED"/>
          </a:solidFill>
          <a:ln>
            <a:noFill/>
          </a:ln>
        </p:spPr>
        <p:txBody>
          <a:bodyPr anchorCtr="0" anchor="t" bIns="0" lIns="0" spcFirstLastPara="1" rIns="0" wrap="square" tIns="8450">
            <a:spAutoFit/>
          </a:bodyPr>
          <a:lstStyle/>
          <a:p>
            <a:pPr indent="0" lvl="0" marL="8467" marR="0" rtl="0" algn="ctr">
              <a:lnSpc>
                <a:spcPct val="100000"/>
              </a:lnSpc>
              <a:spcBef>
                <a:spcPts val="0"/>
              </a:spcBef>
              <a:spcAft>
                <a:spcPts val="0"/>
              </a:spcAft>
              <a:buClr>
                <a:srgbClr val="000000"/>
              </a:buClr>
              <a:buSzPts val="1800"/>
              <a:buFont typeface="Arial"/>
              <a:buNone/>
            </a:pPr>
            <a:r>
              <a:rPr b="1" i="0" lang="en-US" sz="1800" u="none" cap="none" strike="noStrike">
                <a:solidFill>
                  <a:srgbClr val="001F5F"/>
                </a:solidFill>
                <a:latin typeface="Calibri"/>
                <a:ea typeface="Calibri"/>
                <a:cs typeface="Calibri"/>
                <a:sym typeface="Calibri"/>
              </a:rPr>
              <a:t>SUDAH MENERIMA</a:t>
            </a:r>
            <a:endParaRPr b="0" i="0" sz="1400" u="none" cap="none" strike="noStrike">
              <a:solidFill>
                <a:srgbClr val="000000"/>
              </a:solidFill>
              <a:latin typeface="Arial"/>
              <a:ea typeface="Arial"/>
              <a:cs typeface="Arial"/>
              <a:sym typeface="Arial"/>
            </a:endParaRPr>
          </a:p>
        </p:txBody>
      </p:sp>
      <p:sp>
        <p:nvSpPr>
          <p:cNvPr id="790" name="Google Shape;790;p20"/>
          <p:cNvSpPr txBox="1"/>
          <p:nvPr/>
        </p:nvSpPr>
        <p:spPr>
          <a:xfrm>
            <a:off x="243802" y="6443990"/>
            <a:ext cx="4404398"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100"/>
              <a:buFont typeface="Barlow"/>
              <a:buNone/>
            </a:pPr>
            <a:r>
              <a:rPr b="0" i="0" lang="en-US" sz="1100" u="none" cap="none" strike="noStrike">
                <a:solidFill>
                  <a:srgbClr val="222222"/>
                </a:solidFill>
                <a:latin typeface="Barlow"/>
                <a:ea typeface="Barlow"/>
                <a:cs typeface="Barlow"/>
                <a:sym typeface="Barlow"/>
              </a:rPr>
              <a:t>*Daftar penerima potensial tidak termasuk negara-negara maju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cxnSp>
        <p:nvCxnSpPr>
          <p:cNvPr id="795" name="Google Shape;795;p21"/>
          <p:cNvCxnSpPr/>
          <p:nvPr/>
        </p:nvCxnSpPr>
        <p:spPr>
          <a:xfrm>
            <a:off x="4343400" y="1723583"/>
            <a:ext cx="2971800" cy="0"/>
          </a:xfrm>
          <a:prstGeom prst="straightConnector1">
            <a:avLst/>
          </a:prstGeom>
          <a:noFill/>
          <a:ln cap="flat" cmpd="sng" w="28575">
            <a:solidFill>
              <a:schemeClr val="dk1"/>
            </a:solidFill>
            <a:prstDash val="solid"/>
            <a:miter lim="800000"/>
            <a:headEnd len="sm" w="sm" type="none"/>
            <a:tailEnd len="sm" w="sm" type="none"/>
          </a:ln>
        </p:spPr>
      </p:cxnSp>
      <p:sp>
        <p:nvSpPr>
          <p:cNvPr id="796" name="Google Shape;796;p21"/>
          <p:cNvSpPr txBox="1"/>
          <p:nvPr/>
        </p:nvSpPr>
        <p:spPr>
          <a:xfrm>
            <a:off x="381000" y="2057400"/>
            <a:ext cx="3122596" cy="25852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 Belarus</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2. Bosnia &amp; Herzegovina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 Georgia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FFFF00"/>
                </a:highlight>
                <a:latin typeface="Arial"/>
                <a:ea typeface="Arial"/>
                <a:cs typeface="Arial"/>
                <a:sym typeface="Arial"/>
              </a:rPr>
              <a:t>4. Kazakhstan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00FFFF"/>
                </a:highlight>
                <a:latin typeface="Arial"/>
                <a:ea typeface="Arial"/>
                <a:cs typeface="Arial"/>
                <a:sym typeface="Arial"/>
              </a:rPr>
              <a:t>5. Kyrgyztan</a:t>
            </a:r>
            <a:endParaRPr b="0" i="0" sz="1800" u="none" cap="none" strike="noStrike">
              <a:solidFill>
                <a:srgbClr val="000000"/>
              </a:solidFill>
              <a:highlight>
                <a:srgbClr val="00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00FFFF"/>
                </a:highlight>
                <a:latin typeface="Arial"/>
                <a:ea typeface="Arial"/>
                <a:cs typeface="Arial"/>
                <a:sym typeface="Arial"/>
              </a:rPr>
              <a:t>6. Tajikistan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00FFFF"/>
                </a:highlight>
                <a:latin typeface="Arial"/>
                <a:ea typeface="Arial"/>
                <a:cs typeface="Arial"/>
                <a:sym typeface="Arial"/>
              </a:rPr>
              <a:t>7. Uzbekistan</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8. North Macedonia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7" name="Google Shape;797;p21"/>
          <p:cNvSpPr txBox="1"/>
          <p:nvPr/>
        </p:nvSpPr>
        <p:spPr>
          <a:xfrm>
            <a:off x="228600" y="230051"/>
            <a:ext cx="91440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2"/>
                </a:solidFill>
                <a:latin typeface="Calibri"/>
                <a:ea typeface="Calibri"/>
                <a:cs typeface="Calibri"/>
                <a:sym typeface="Calibri"/>
              </a:rPr>
              <a:t>IDENTIFIKASI NEGARA DEVELOPING COUNTRY TRAINING PROGRAME (DCTP) KAWASAN EROPA &amp; SEKITARNYA</a:t>
            </a:r>
            <a:endParaRPr b="0" i="0" sz="1400" u="none" cap="none" strike="noStrike">
              <a:solidFill>
                <a:srgbClr val="000000"/>
              </a:solidFill>
              <a:latin typeface="Arial"/>
              <a:ea typeface="Arial"/>
              <a:cs typeface="Arial"/>
              <a:sym typeface="Arial"/>
            </a:endParaRPr>
          </a:p>
        </p:txBody>
      </p:sp>
      <p:grpSp>
        <p:nvGrpSpPr>
          <p:cNvPr id="798" name="Google Shape;798;p21"/>
          <p:cNvGrpSpPr/>
          <p:nvPr/>
        </p:nvGrpSpPr>
        <p:grpSpPr>
          <a:xfrm>
            <a:off x="9855468" y="4772336"/>
            <a:ext cx="2636595" cy="1933264"/>
            <a:chOff x="9855468" y="4772336"/>
            <a:chExt cx="2636595" cy="1933264"/>
          </a:xfrm>
        </p:grpSpPr>
        <p:grpSp>
          <p:nvGrpSpPr>
            <p:cNvPr id="799" name="Google Shape;799;p21"/>
            <p:cNvGrpSpPr/>
            <p:nvPr/>
          </p:nvGrpSpPr>
          <p:grpSpPr>
            <a:xfrm>
              <a:off x="9961336" y="5123597"/>
              <a:ext cx="2115735" cy="1582003"/>
              <a:chOff x="9648090" y="4596085"/>
              <a:chExt cx="2830883" cy="2116741"/>
            </a:xfrm>
          </p:grpSpPr>
          <p:sp>
            <p:nvSpPr>
              <p:cNvPr id="800" name="Google Shape;800;p21"/>
              <p:cNvSpPr txBox="1"/>
              <p:nvPr/>
            </p:nvSpPr>
            <p:spPr>
              <a:xfrm>
                <a:off x="9648090" y="4649945"/>
                <a:ext cx="282827" cy="452990"/>
              </a:xfrm>
              <a:prstGeom prst="rect">
                <a:avLst/>
              </a:prstGeom>
              <a:solidFill>
                <a:srgbClr val="FF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801" name="Google Shape;801;p21"/>
              <p:cNvSpPr txBox="1"/>
              <p:nvPr/>
            </p:nvSpPr>
            <p:spPr>
              <a:xfrm>
                <a:off x="10074405" y="4596085"/>
                <a:ext cx="2354431" cy="370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Kompetitor Potensial </a:t>
                </a:r>
                <a:endParaRPr b="0" i="0" sz="1200" u="none" cap="none" strike="noStrike">
                  <a:solidFill>
                    <a:srgbClr val="000000"/>
                  </a:solidFill>
                  <a:latin typeface="Arial"/>
                  <a:ea typeface="Arial"/>
                  <a:cs typeface="Arial"/>
                  <a:sym typeface="Arial"/>
                </a:endParaRPr>
              </a:p>
            </p:txBody>
          </p:sp>
          <p:sp>
            <p:nvSpPr>
              <p:cNvPr id="802" name="Google Shape;802;p21"/>
              <p:cNvSpPr txBox="1"/>
              <p:nvPr/>
            </p:nvSpPr>
            <p:spPr>
              <a:xfrm>
                <a:off x="9648090" y="5486400"/>
                <a:ext cx="282827" cy="452990"/>
              </a:xfrm>
              <a:prstGeom prst="rect">
                <a:avLst/>
              </a:prstGeom>
              <a:solidFill>
                <a:srgbClr val="00FFFF"/>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803" name="Google Shape;803;p21"/>
              <p:cNvSpPr txBox="1"/>
              <p:nvPr/>
            </p:nvSpPr>
            <p:spPr>
              <a:xfrm>
                <a:off x="10074405" y="5450246"/>
                <a:ext cx="2404568" cy="3706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Prioritas Penerima  </a:t>
                </a:r>
                <a:endParaRPr b="0" i="0" sz="1200" u="none" cap="none" strike="noStrike">
                  <a:solidFill>
                    <a:srgbClr val="000000"/>
                  </a:solidFill>
                  <a:latin typeface="Arial"/>
                  <a:ea typeface="Arial"/>
                  <a:cs typeface="Arial"/>
                  <a:sym typeface="Arial"/>
                </a:endParaRPr>
              </a:p>
            </p:txBody>
          </p:sp>
          <p:sp>
            <p:nvSpPr>
              <p:cNvPr id="804" name="Google Shape;804;p21"/>
              <p:cNvSpPr txBox="1"/>
              <p:nvPr/>
            </p:nvSpPr>
            <p:spPr>
              <a:xfrm>
                <a:off x="9648090" y="6259836"/>
                <a:ext cx="282827" cy="452990"/>
              </a:xfrm>
              <a:prstGeom prst="rect">
                <a:avLst/>
              </a:prstGeom>
              <a:solidFill>
                <a:srgbClr val="00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22222"/>
                  </a:solidFill>
                  <a:latin typeface="Barlow"/>
                  <a:ea typeface="Barlow"/>
                  <a:cs typeface="Barlow"/>
                  <a:sym typeface="Barlow"/>
                </a:endParaRPr>
              </a:p>
            </p:txBody>
          </p:sp>
          <p:sp>
            <p:nvSpPr>
              <p:cNvPr id="805" name="Google Shape;805;p21"/>
              <p:cNvSpPr txBox="1"/>
              <p:nvPr/>
            </p:nvSpPr>
            <p:spPr>
              <a:xfrm>
                <a:off x="10074405" y="6259836"/>
                <a:ext cx="2404568" cy="3706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222222"/>
                    </a:solidFill>
                    <a:latin typeface="Barlow"/>
                    <a:ea typeface="Barlow"/>
                    <a:cs typeface="Barlow"/>
                    <a:sym typeface="Barlow"/>
                  </a:rPr>
                  <a:t>Dewan ICAO</a:t>
                </a:r>
                <a:endParaRPr b="0" i="0" sz="1200" u="none" cap="none" strike="noStrike">
                  <a:solidFill>
                    <a:srgbClr val="000000"/>
                  </a:solidFill>
                  <a:latin typeface="Arial"/>
                  <a:ea typeface="Arial"/>
                  <a:cs typeface="Arial"/>
                  <a:sym typeface="Arial"/>
                </a:endParaRPr>
              </a:p>
            </p:txBody>
          </p:sp>
        </p:grpSp>
        <p:sp>
          <p:nvSpPr>
            <p:cNvPr id="806" name="Google Shape;806;p21"/>
            <p:cNvSpPr txBox="1"/>
            <p:nvPr/>
          </p:nvSpPr>
          <p:spPr>
            <a:xfrm>
              <a:off x="9855468" y="4772336"/>
              <a:ext cx="2636595"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100"/>
                <a:buFont typeface="Barlow"/>
                <a:buNone/>
              </a:pPr>
              <a:r>
                <a:rPr b="0" i="0" lang="en-US" sz="1100" u="none" cap="none" strike="noStrike">
                  <a:solidFill>
                    <a:srgbClr val="222222"/>
                  </a:solidFill>
                  <a:latin typeface="Barlow"/>
                  <a:ea typeface="Barlow"/>
                  <a:cs typeface="Barlow"/>
                  <a:sym typeface="Barlow"/>
                </a:rPr>
                <a:t>Keterangan:</a:t>
              </a:r>
              <a:endParaRPr b="0" i="0" sz="1400" u="none" cap="none" strike="noStrike">
                <a:solidFill>
                  <a:srgbClr val="000000"/>
                </a:solidFill>
                <a:latin typeface="Arial"/>
                <a:ea typeface="Arial"/>
                <a:cs typeface="Arial"/>
                <a:sym typeface="Arial"/>
              </a:endParaRPr>
            </a:p>
          </p:txBody>
        </p:sp>
      </p:grpSp>
      <p:pic>
        <p:nvPicPr>
          <p:cNvPr id="807" name="Google Shape;807;p21"/>
          <p:cNvPicPr preferRelativeResize="0"/>
          <p:nvPr/>
        </p:nvPicPr>
        <p:blipFill rotWithShape="1">
          <a:blip r:embed="rId3">
            <a:alphaModFix/>
          </a:blip>
          <a:srcRect b="0" l="2216" r="66686" t="9423"/>
          <a:stretch/>
        </p:blipFill>
        <p:spPr>
          <a:xfrm>
            <a:off x="10018589" y="95410"/>
            <a:ext cx="2101850" cy="555243"/>
          </a:xfrm>
          <a:prstGeom prst="rect">
            <a:avLst/>
          </a:prstGeom>
          <a:solidFill>
            <a:srgbClr val="D8D8D8"/>
          </a:solidFill>
          <a:ln>
            <a:noFill/>
          </a:ln>
        </p:spPr>
      </p:pic>
      <p:sp>
        <p:nvSpPr>
          <p:cNvPr id="808" name="Google Shape;808;p21"/>
          <p:cNvSpPr txBox="1"/>
          <p:nvPr/>
        </p:nvSpPr>
        <p:spPr>
          <a:xfrm>
            <a:off x="10686398" y="243578"/>
            <a:ext cx="1448858" cy="266430"/>
          </a:xfrm>
          <a:prstGeom prst="rect">
            <a:avLst/>
          </a:prstGeom>
          <a:noFill/>
          <a:ln>
            <a:noFill/>
          </a:ln>
        </p:spPr>
        <p:txBody>
          <a:bodyPr anchorCtr="0" anchor="t" bIns="30250" lIns="60450" spcFirstLastPara="1" rIns="60450" wrap="square" tIns="30250">
            <a:spAutoFit/>
          </a:bodyPr>
          <a:lstStyle/>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KEMENTERIAN PERHUBUNGAN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67"/>
              <a:buFont typeface="Arial"/>
              <a:buNone/>
            </a:pPr>
            <a:r>
              <a:rPr b="1" i="0" lang="en-US" sz="667" u="none" cap="none" strike="noStrike">
                <a:solidFill>
                  <a:srgbClr val="000000"/>
                </a:solidFill>
                <a:latin typeface="Quattrocento Sans"/>
                <a:ea typeface="Quattrocento Sans"/>
                <a:cs typeface="Quattrocento Sans"/>
                <a:sym typeface="Quattrocento Sans"/>
              </a:rPr>
              <a:t>REPUBLIK INDONESIA</a:t>
            </a:r>
            <a:endParaRPr b="0" i="0" sz="1400" u="none" cap="none" strike="noStrike">
              <a:solidFill>
                <a:srgbClr val="000000"/>
              </a:solidFill>
              <a:latin typeface="Arial"/>
              <a:ea typeface="Arial"/>
              <a:cs typeface="Arial"/>
              <a:sym typeface="Arial"/>
            </a:endParaRPr>
          </a:p>
        </p:txBody>
      </p:sp>
      <p:pic>
        <p:nvPicPr>
          <p:cNvPr id="809" name="Google Shape;809;p21"/>
          <p:cNvPicPr preferRelativeResize="0"/>
          <p:nvPr/>
        </p:nvPicPr>
        <p:blipFill rotWithShape="1">
          <a:blip r:embed="rId4">
            <a:alphaModFix/>
          </a:blip>
          <a:srcRect b="0" l="0" r="0" t="0"/>
          <a:stretch/>
        </p:blipFill>
        <p:spPr>
          <a:xfrm>
            <a:off x="10440864" y="241461"/>
            <a:ext cx="245533" cy="282575"/>
          </a:xfrm>
          <a:prstGeom prst="rect">
            <a:avLst/>
          </a:prstGeom>
          <a:noFill/>
          <a:ln>
            <a:noFill/>
          </a:ln>
        </p:spPr>
      </p:pic>
      <p:sp>
        <p:nvSpPr>
          <p:cNvPr id="810" name="Google Shape;810;p21"/>
          <p:cNvSpPr/>
          <p:nvPr/>
        </p:nvSpPr>
        <p:spPr>
          <a:xfrm>
            <a:off x="10068331" y="221353"/>
            <a:ext cx="298450" cy="288925"/>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811" name="Google Shape;811;p21"/>
          <p:cNvSpPr txBox="1"/>
          <p:nvPr/>
        </p:nvSpPr>
        <p:spPr>
          <a:xfrm>
            <a:off x="450088" y="1590434"/>
            <a:ext cx="1494720" cy="285549"/>
          </a:xfrm>
          <a:prstGeom prst="rect">
            <a:avLst/>
          </a:prstGeom>
          <a:solidFill>
            <a:srgbClr val="A3C5ED"/>
          </a:solidFill>
          <a:ln>
            <a:noFill/>
          </a:ln>
        </p:spPr>
        <p:txBody>
          <a:bodyPr anchorCtr="0" anchor="t" bIns="0" lIns="0" spcFirstLastPara="1" rIns="0" wrap="square" tIns="8450">
            <a:spAutoFit/>
          </a:bodyPr>
          <a:lstStyle/>
          <a:p>
            <a:pPr indent="0" lvl="0" marL="8467" marR="0" rtl="0" algn="ctr">
              <a:lnSpc>
                <a:spcPct val="100000"/>
              </a:lnSpc>
              <a:spcBef>
                <a:spcPts val="0"/>
              </a:spcBef>
              <a:spcAft>
                <a:spcPts val="0"/>
              </a:spcAft>
              <a:buClr>
                <a:srgbClr val="000000"/>
              </a:buClr>
              <a:buSzPts val="1800"/>
              <a:buFont typeface="Arial"/>
              <a:buNone/>
            </a:pPr>
            <a:r>
              <a:rPr b="1" i="0" lang="en-US" sz="1800" u="none" cap="none" strike="noStrike">
                <a:solidFill>
                  <a:srgbClr val="001F5F"/>
                </a:solidFill>
                <a:latin typeface="Calibri"/>
                <a:ea typeface="Calibri"/>
                <a:cs typeface="Calibri"/>
                <a:sym typeface="Calibri"/>
              </a:rPr>
              <a:t>PENERIMA</a:t>
            </a:r>
            <a:endParaRPr b="0" i="0" sz="1400" u="none" cap="none" strike="noStrike">
              <a:solidFill>
                <a:srgbClr val="000000"/>
              </a:solidFill>
              <a:latin typeface="Arial"/>
              <a:ea typeface="Arial"/>
              <a:cs typeface="Arial"/>
              <a:sym typeface="Arial"/>
            </a:endParaRPr>
          </a:p>
        </p:txBody>
      </p:sp>
      <p:sp>
        <p:nvSpPr>
          <p:cNvPr id="812" name="Google Shape;812;p21"/>
          <p:cNvSpPr txBox="1"/>
          <p:nvPr/>
        </p:nvSpPr>
        <p:spPr>
          <a:xfrm>
            <a:off x="4495800" y="1590434"/>
            <a:ext cx="2590800" cy="285549"/>
          </a:xfrm>
          <a:prstGeom prst="rect">
            <a:avLst/>
          </a:prstGeom>
          <a:solidFill>
            <a:srgbClr val="A3C5ED"/>
          </a:solidFill>
          <a:ln>
            <a:noFill/>
          </a:ln>
        </p:spPr>
        <p:txBody>
          <a:bodyPr anchorCtr="0" anchor="t" bIns="0" lIns="0" spcFirstLastPara="1" rIns="0" wrap="square" tIns="8450">
            <a:spAutoFit/>
          </a:bodyPr>
          <a:lstStyle/>
          <a:p>
            <a:pPr indent="0" lvl="0" marL="8467" marR="0" rtl="0" algn="ctr">
              <a:lnSpc>
                <a:spcPct val="100000"/>
              </a:lnSpc>
              <a:spcBef>
                <a:spcPts val="0"/>
              </a:spcBef>
              <a:spcAft>
                <a:spcPts val="0"/>
              </a:spcAft>
              <a:buClr>
                <a:srgbClr val="000000"/>
              </a:buClr>
              <a:buSzPts val="1800"/>
              <a:buFont typeface="Arial"/>
              <a:buNone/>
            </a:pPr>
            <a:r>
              <a:rPr b="1" i="0" lang="en-US" sz="1800" u="none" cap="none" strike="noStrike">
                <a:solidFill>
                  <a:srgbClr val="001F5F"/>
                </a:solidFill>
                <a:latin typeface="Calibri"/>
                <a:ea typeface="Calibri"/>
                <a:cs typeface="Calibri"/>
                <a:sym typeface="Calibri"/>
              </a:rPr>
              <a:t>PENERIMA POTENSIAL</a:t>
            </a:r>
            <a:endParaRPr b="0" i="0" sz="1400" u="none" cap="none" strike="noStrike">
              <a:solidFill>
                <a:srgbClr val="000000"/>
              </a:solidFill>
              <a:latin typeface="Arial"/>
              <a:ea typeface="Arial"/>
              <a:cs typeface="Arial"/>
              <a:sym typeface="Arial"/>
            </a:endParaRPr>
          </a:p>
        </p:txBody>
      </p:sp>
      <p:sp>
        <p:nvSpPr>
          <p:cNvPr id="813" name="Google Shape;813;p21"/>
          <p:cNvSpPr txBox="1"/>
          <p:nvPr/>
        </p:nvSpPr>
        <p:spPr>
          <a:xfrm>
            <a:off x="3771899" y="2024530"/>
            <a:ext cx="1993633" cy="31392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 Albania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 Algeria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 Andorra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4. Armenia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5. Azerbaijan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6. Bulgaria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7. Croatia</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8. Cyprus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9. Czechia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10. Estonia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4" name="Google Shape;814;p21"/>
          <p:cNvSpPr txBox="1"/>
          <p:nvPr/>
        </p:nvSpPr>
        <p:spPr>
          <a:xfrm>
            <a:off x="6797898" y="2024529"/>
            <a:ext cx="2269100" cy="31392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11. Hungary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12. Latvia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13. Lithuania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14. Malta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15. Moldova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16. Romania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17. Serbia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18. Slovakia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19. Slovenia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20. Turkmenistan</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15" name="Google Shape;815;p21"/>
          <p:cNvCxnSpPr/>
          <p:nvPr/>
        </p:nvCxnSpPr>
        <p:spPr>
          <a:xfrm>
            <a:off x="4343400" y="1723583"/>
            <a:ext cx="0" cy="304800"/>
          </a:xfrm>
          <a:prstGeom prst="straightConnector1">
            <a:avLst/>
          </a:prstGeom>
          <a:noFill/>
          <a:ln cap="flat" cmpd="sng" w="28575">
            <a:solidFill>
              <a:schemeClr val="dk1"/>
            </a:solidFill>
            <a:prstDash val="solid"/>
            <a:miter lim="800000"/>
            <a:headEnd len="sm" w="sm" type="none"/>
            <a:tailEnd len="sm" w="sm" type="none"/>
          </a:ln>
        </p:spPr>
      </p:cxnSp>
      <p:cxnSp>
        <p:nvCxnSpPr>
          <p:cNvPr id="816" name="Google Shape;816;p21"/>
          <p:cNvCxnSpPr/>
          <p:nvPr/>
        </p:nvCxnSpPr>
        <p:spPr>
          <a:xfrm>
            <a:off x="7315200" y="1711410"/>
            <a:ext cx="0" cy="304800"/>
          </a:xfrm>
          <a:prstGeom prst="straightConnector1">
            <a:avLst/>
          </a:prstGeom>
          <a:noFill/>
          <a:ln cap="flat" cmpd="sng" w="28575">
            <a:solidFill>
              <a:schemeClr val="dk1"/>
            </a:solidFill>
            <a:prstDash val="solid"/>
            <a:miter lim="800000"/>
            <a:headEnd len="sm" w="sm" type="none"/>
            <a:tailEnd len="sm" w="sm" type="none"/>
          </a:ln>
        </p:spPr>
      </p:cxnSp>
      <p:sp>
        <p:nvSpPr>
          <p:cNvPr id="817" name="Google Shape;817;p21"/>
          <p:cNvSpPr txBox="1"/>
          <p:nvPr/>
        </p:nvSpPr>
        <p:spPr>
          <a:xfrm>
            <a:off x="243802" y="6443990"/>
            <a:ext cx="4404398"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22222"/>
              </a:buClr>
              <a:buSzPts val="1100"/>
              <a:buFont typeface="Barlow"/>
              <a:buNone/>
            </a:pPr>
            <a:r>
              <a:rPr b="0" i="0" lang="en-US" sz="1100" u="none" cap="none" strike="noStrike">
                <a:solidFill>
                  <a:srgbClr val="222222"/>
                </a:solidFill>
                <a:latin typeface="Barlow"/>
                <a:ea typeface="Barlow"/>
                <a:cs typeface="Barlow"/>
                <a:sym typeface="Barlow"/>
              </a:rPr>
              <a:t>*Daftar penerima potensial tidak termasuk negara-negara maju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57"/>
          <p:cNvSpPr txBox="1"/>
          <p:nvPr>
            <p:ph type="ctrTitle"/>
          </p:nvPr>
        </p:nvSpPr>
        <p:spPr>
          <a:xfrm>
            <a:off x="1535875" y="617517"/>
            <a:ext cx="9144000" cy="866897"/>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Play"/>
              <a:buNone/>
            </a:pPr>
            <a:r>
              <a:rPr lang="en-US" sz="2400">
                <a:latin typeface="Arial"/>
                <a:ea typeface="Arial"/>
                <a:cs typeface="Arial"/>
                <a:sym typeface="Arial"/>
              </a:rPr>
              <a:t>NEGARA YANG AKAN DILOBI</a:t>
            </a:r>
            <a:endParaRPr/>
          </a:p>
          <a:p>
            <a:pPr indent="0" lvl="0" marL="0" rtl="0" algn="ctr">
              <a:lnSpc>
                <a:spcPct val="90000"/>
              </a:lnSpc>
              <a:spcBef>
                <a:spcPts val="0"/>
              </a:spcBef>
              <a:spcAft>
                <a:spcPts val="0"/>
              </a:spcAft>
              <a:buClr>
                <a:schemeClr val="dk1"/>
              </a:buClr>
              <a:buSzPts val="6000"/>
              <a:buFont typeface="Play"/>
              <a:buNone/>
            </a:pPr>
            <a:r>
              <a:rPr lang="en-US" sz="2400">
                <a:latin typeface="Arial"/>
                <a:ea typeface="Arial"/>
                <a:cs typeface="Arial"/>
                <a:sym typeface="Arial"/>
              </a:rPr>
              <a:t>Referensi: Kementerian Luar Negeri RI</a:t>
            </a:r>
            <a:endParaRPr sz="24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58"/>
          <p:cNvSpPr txBox="1"/>
          <p:nvPr>
            <p:ph idx="1" type="subTitle"/>
          </p:nvPr>
        </p:nvSpPr>
        <p:spPr>
          <a:xfrm>
            <a:off x="1500249" y="371949"/>
            <a:ext cx="9144000" cy="1076841"/>
          </a:xfrm>
          <a:prstGeom prst="rect">
            <a:avLst/>
          </a:prstGeom>
          <a:noFill/>
          <a:ln>
            <a:noFill/>
          </a:ln>
        </p:spPr>
        <p:txBody>
          <a:bodyPr anchorCtr="0" anchor="t" bIns="45700" lIns="91425" spcFirstLastPara="1" rIns="91425" wrap="square" tIns="45700">
            <a:normAutofit/>
          </a:bodyPr>
          <a:lstStyle/>
          <a:p>
            <a:pPr indent="-406400" lvl="0" marL="457200" rtl="0" algn="ctr">
              <a:lnSpc>
                <a:spcPct val="90000"/>
              </a:lnSpc>
              <a:spcBef>
                <a:spcPts val="1000"/>
              </a:spcBef>
              <a:spcAft>
                <a:spcPts val="0"/>
              </a:spcAft>
              <a:buClr>
                <a:schemeClr val="dk1"/>
              </a:buClr>
              <a:buSzPts val="2400"/>
              <a:buNone/>
            </a:pPr>
            <a:r>
              <a:rPr lang="en-US"/>
              <a:t>POSISI DUKUNGAN TERHADAP INDONESIA </a:t>
            </a:r>
            <a:endParaRPr/>
          </a:p>
          <a:p>
            <a:pPr indent="-406400" lvl="0" marL="457200" rtl="0" algn="ctr">
              <a:lnSpc>
                <a:spcPct val="90000"/>
              </a:lnSpc>
              <a:spcBef>
                <a:spcPts val="1000"/>
              </a:spcBef>
              <a:spcAft>
                <a:spcPts val="0"/>
              </a:spcAft>
              <a:buClr>
                <a:schemeClr val="dk1"/>
              </a:buClr>
              <a:buSzPts val="2400"/>
              <a:buNone/>
            </a:pPr>
            <a:r>
              <a:rPr lang="en-US"/>
              <a:t>Referensi: Kementerian Luar Negeri RI</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59"/>
          <p:cNvSpPr txBox="1"/>
          <p:nvPr>
            <p:ph type="ctrTitle"/>
          </p:nvPr>
        </p:nvSpPr>
        <p:spPr>
          <a:xfrm>
            <a:off x="1535875" y="617517"/>
            <a:ext cx="9144000" cy="866897"/>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Play"/>
              <a:buNone/>
            </a:pPr>
            <a:r>
              <a:rPr lang="en-US" sz="2400">
                <a:latin typeface="Arial"/>
                <a:ea typeface="Arial"/>
                <a:cs typeface="Arial"/>
                <a:sym typeface="Arial"/>
              </a:rPr>
              <a:t>RANGKUMAN PENGGALANGAN DUKUNGAN</a:t>
            </a:r>
            <a:endParaRPr/>
          </a:p>
          <a:p>
            <a:pPr indent="0" lvl="0" marL="0" rtl="0" algn="ctr">
              <a:lnSpc>
                <a:spcPct val="90000"/>
              </a:lnSpc>
              <a:spcBef>
                <a:spcPts val="0"/>
              </a:spcBef>
              <a:spcAft>
                <a:spcPts val="0"/>
              </a:spcAft>
              <a:buClr>
                <a:schemeClr val="dk1"/>
              </a:buClr>
              <a:buSzPts val="6000"/>
              <a:buFont typeface="Play"/>
              <a:buNone/>
            </a:pPr>
            <a:r>
              <a:rPr lang="en-US" sz="2400">
                <a:latin typeface="Arial"/>
                <a:ea typeface="Arial"/>
                <a:cs typeface="Arial"/>
                <a:sym typeface="Arial"/>
              </a:rPr>
              <a:t>Referensi: Kementerian Luar Negeri RI</a:t>
            </a:r>
            <a:endParaRPr sz="240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60"/>
          <p:cNvSpPr txBox="1"/>
          <p:nvPr>
            <p:ph type="ctrTitle"/>
          </p:nvPr>
        </p:nvSpPr>
        <p:spPr>
          <a:xfrm>
            <a:off x="516011" y="1425040"/>
            <a:ext cx="11127179" cy="4845131"/>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SzPts val="6000"/>
              <a:buNone/>
            </a:pPr>
            <a:r>
              <a:rPr b="1" lang="en-US" sz="1300">
                <a:latin typeface="Calibri"/>
                <a:ea typeface="Calibri"/>
                <a:cs typeface="Calibri"/>
                <a:sym typeface="Calibri"/>
              </a:rPr>
              <a:t>Dalam pemilihan anggota Dewan, banyak negara belum memutuskan sampai menit terakhir dan sensitif dengan kata-kata “</a:t>
            </a:r>
            <a:r>
              <a:rPr b="1" i="1" lang="en-US" sz="1300">
                <a:latin typeface="Calibri"/>
                <a:ea typeface="Calibri"/>
                <a:cs typeface="Calibri"/>
                <a:sym typeface="Calibri"/>
              </a:rPr>
              <a:t>request/ seek support” </a:t>
            </a:r>
            <a:r>
              <a:rPr b="1" lang="en-US" sz="1300">
                <a:latin typeface="Calibri"/>
                <a:ea typeface="Calibri"/>
                <a:cs typeface="Calibri"/>
                <a:sym typeface="Calibri"/>
              </a:rPr>
              <a:t>yang terkadang dinilai terlalu frontal, dan akan merasa bahwa posisi dimaksud sudah ditetapkan oleh/ menjadi ranah Kementerian Luar Negeri negara tersebut, sehingga pemilihan kata perlu untuk lebih afirmatif dan apresiatif.</a:t>
            </a:r>
            <a:br>
              <a:rPr b="1" lang="en-US" sz="1300">
                <a:latin typeface="Calibri"/>
                <a:ea typeface="Calibri"/>
                <a:cs typeface="Calibri"/>
                <a:sym typeface="Calibri"/>
              </a:rPr>
            </a:br>
            <a:r>
              <a:rPr b="1" lang="en-US" sz="1300">
                <a:latin typeface="Calibri"/>
                <a:ea typeface="Calibri"/>
                <a:cs typeface="Calibri"/>
                <a:sym typeface="Calibri"/>
              </a:rPr>
              <a:t> </a:t>
            </a:r>
            <a:br>
              <a:rPr b="1" lang="en-US" sz="1300">
                <a:latin typeface="Calibri"/>
                <a:ea typeface="Calibri"/>
                <a:cs typeface="Calibri"/>
                <a:sym typeface="Calibri"/>
              </a:rPr>
            </a:br>
            <a:r>
              <a:rPr b="1" lang="en-US" sz="1300">
                <a:latin typeface="Calibri"/>
                <a:ea typeface="Calibri"/>
                <a:cs typeface="Calibri"/>
                <a:sym typeface="Calibri"/>
              </a:rPr>
              <a:t>Opsi Penyampaian Intensi:</a:t>
            </a:r>
            <a:br>
              <a:rPr b="1" lang="en-US" sz="1300">
                <a:latin typeface="Calibri"/>
                <a:ea typeface="Calibri"/>
                <a:cs typeface="Calibri"/>
                <a:sym typeface="Calibri"/>
              </a:rPr>
            </a:br>
            <a:r>
              <a:rPr lang="en-US" sz="1300">
                <a:latin typeface="Calibri"/>
                <a:ea typeface="Calibri"/>
                <a:cs typeface="Calibri"/>
                <a:sym typeface="Calibri"/>
              </a:rPr>
              <a:t> </a:t>
            </a:r>
            <a:br>
              <a:rPr lang="en-US" sz="1300">
                <a:latin typeface="Calibri"/>
                <a:ea typeface="Calibri"/>
                <a:cs typeface="Calibri"/>
                <a:sym typeface="Calibri"/>
              </a:rPr>
            </a:br>
            <a:r>
              <a:rPr i="1" lang="en-US" sz="1300">
                <a:latin typeface="Calibri"/>
                <a:ea typeface="Calibri"/>
                <a:cs typeface="Calibri"/>
                <a:sym typeface="Calibri"/>
              </a:rPr>
              <a:t>“Indonesia has been giving a lot of thought to ICAO’s role going forward, especially when it comes to safety and balanced representation.”</a:t>
            </a:r>
            <a:br>
              <a:rPr lang="en-US" sz="1300">
                <a:latin typeface="Calibri"/>
                <a:ea typeface="Calibri"/>
                <a:cs typeface="Calibri"/>
                <a:sym typeface="Calibri"/>
              </a:rPr>
            </a:br>
            <a:r>
              <a:rPr i="1" lang="en-US" sz="1300">
                <a:latin typeface="Calibri"/>
                <a:ea typeface="Calibri"/>
                <a:cs typeface="Calibri"/>
                <a:sym typeface="Calibri"/>
              </a:rPr>
              <a:t> </a:t>
            </a:r>
            <a:br>
              <a:rPr lang="en-US" sz="1300">
                <a:latin typeface="Calibri"/>
                <a:ea typeface="Calibri"/>
                <a:cs typeface="Calibri"/>
                <a:sym typeface="Calibri"/>
              </a:rPr>
            </a:br>
            <a:r>
              <a:rPr i="1" lang="en-US" sz="1300">
                <a:latin typeface="Calibri"/>
                <a:ea typeface="Calibri"/>
                <a:cs typeface="Calibri"/>
                <a:sym typeface="Calibri"/>
              </a:rPr>
              <a:t>“If Indonesia has the opportunity to sit on the ICAO Council, our intention is really to contribute, not just to hold a seat, but to be actively involved, particularly on safety, security, capacity-building, green aviation and cooperation among States.”</a:t>
            </a:r>
            <a:br>
              <a:rPr lang="en-US" sz="1300">
                <a:latin typeface="Calibri"/>
                <a:ea typeface="Calibri"/>
                <a:cs typeface="Calibri"/>
                <a:sym typeface="Calibri"/>
              </a:rPr>
            </a:br>
            <a:r>
              <a:rPr i="1" lang="en-US" sz="1300">
                <a:latin typeface="Calibri"/>
                <a:ea typeface="Calibri"/>
                <a:cs typeface="Calibri"/>
                <a:sym typeface="Calibri"/>
              </a:rPr>
              <a:t> </a:t>
            </a:r>
            <a:br>
              <a:rPr lang="en-US" sz="1300">
                <a:latin typeface="Calibri"/>
                <a:ea typeface="Calibri"/>
                <a:cs typeface="Calibri"/>
                <a:sym typeface="Calibri"/>
              </a:rPr>
            </a:br>
            <a:r>
              <a:rPr i="1" lang="en-US" sz="1300">
                <a:latin typeface="Calibri"/>
                <a:ea typeface="Calibri"/>
                <a:cs typeface="Calibri"/>
                <a:sym typeface="Calibri"/>
              </a:rPr>
              <a:t>“Indonesia has been quite active in ICAO programmes and regional cooperation, so we feel we can bring more practical experience and a constructive approach to the Council’s work.”</a:t>
            </a:r>
            <a:br>
              <a:rPr lang="en-US" sz="1300">
                <a:latin typeface="Calibri"/>
                <a:ea typeface="Calibri"/>
                <a:cs typeface="Calibri"/>
                <a:sym typeface="Calibri"/>
              </a:rPr>
            </a:br>
            <a:r>
              <a:rPr i="1" lang="en-US" sz="1300">
                <a:latin typeface="Calibri"/>
                <a:ea typeface="Calibri"/>
                <a:cs typeface="Calibri"/>
                <a:sym typeface="Calibri"/>
              </a:rPr>
              <a:t> </a:t>
            </a:r>
            <a:br>
              <a:rPr lang="en-US" sz="1300">
                <a:latin typeface="Calibri"/>
                <a:ea typeface="Calibri"/>
                <a:cs typeface="Calibri"/>
                <a:sym typeface="Calibri"/>
              </a:rPr>
            </a:br>
            <a:r>
              <a:rPr i="1" lang="en-US" sz="1300">
                <a:latin typeface="Calibri"/>
                <a:ea typeface="Calibri"/>
                <a:cs typeface="Calibri"/>
                <a:sym typeface="Calibri"/>
              </a:rPr>
              <a:t>“We look forward to working more closely together within ICAO and strengthening cooperation going forward.”</a:t>
            </a:r>
            <a:br>
              <a:rPr lang="en-US" sz="1300">
                <a:latin typeface="Calibri"/>
                <a:ea typeface="Calibri"/>
                <a:cs typeface="Calibri"/>
                <a:sym typeface="Calibri"/>
              </a:rPr>
            </a:br>
            <a:r>
              <a:rPr i="1" lang="en-US" sz="1300">
                <a:latin typeface="Calibri"/>
                <a:ea typeface="Calibri"/>
                <a:cs typeface="Calibri"/>
                <a:sym typeface="Calibri"/>
              </a:rPr>
              <a:t> </a:t>
            </a:r>
            <a:br>
              <a:rPr lang="en-US" sz="1300">
                <a:latin typeface="Calibri"/>
                <a:ea typeface="Calibri"/>
                <a:cs typeface="Calibri"/>
                <a:sym typeface="Calibri"/>
              </a:rPr>
            </a:br>
            <a:r>
              <a:rPr b="1" lang="en-US" sz="1300">
                <a:latin typeface="Calibri"/>
                <a:ea typeface="Calibri"/>
                <a:cs typeface="Calibri"/>
                <a:sym typeface="Calibri"/>
              </a:rPr>
              <a:t>Opsi dalam konteks kewilayahan:</a:t>
            </a:r>
            <a:br>
              <a:rPr b="1" lang="en-US" sz="1300">
                <a:latin typeface="Calibri"/>
                <a:ea typeface="Calibri"/>
                <a:cs typeface="Calibri"/>
                <a:sym typeface="Calibri"/>
              </a:rPr>
            </a:br>
            <a:r>
              <a:rPr i="1" lang="en-US" sz="1300">
                <a:latin typeface="Calibri"/>
                <a:ea typeface="Calibri"/>
                <a:cs typeface="Calibri"/>
                <a:sym typeface="Calibri"/>
              </a:rPr>
              <a:t> </a:t>
            </a:r>
            <a:br>
              <a:rPr lang="en-US" sz="1300">
                <a:latin typeface="Calibri"/>
                <a:ea typeface="Calibri"/>
                <a:cs typeface="Calibri"/>
                <a:sym typeface="Calibri"/>
              </a:rPr>
            </a:br>
            <a:r>
              <a:rPr i="1" lang="en-US" sz="1300">
                <a:latin typeface="Calibri"/>
                <a:ea typeface="Calibri"/>
                <a:cs typeface="Calibri"/>
                <a:sym typeface="Calibri"/>
              </a:rPr>
              <a:t>“Indonesia is interested in the ICAO Council mainly to contribute. Our focus would be collaboratively working to keep ICAO effective and inclusive for regions, </a:t>
            </a:r>
            <a:r>
              <a:rPr lang="en-US" sz="1300">
                <a:latin typeface="Calibri"/>
                <a:ea typeface="Calibri"/>
                <a:cs typeface="Calibri"/>
                <a:sym typeface="Calibri"/>
              </a:rPr>
              <a:t>(jika sedang melobi kawasan Asia Pasifik dapat disampaikan) </a:t>
            </a:r>
            <a:r>
              <a:rPr i="1" lang="en-US" sz="1300">
                <a:latin typeface="Calibri"/>
                <a:ea typeface="Calibri"/>
                <a:cs typeface="Calibri"/>
                <a:sym typeface="Calibri"/>
              </a:rPr>
              <a:t>in particular Asia Pacific region.”</a:t>
            </a:r>
            <a:br>
              <a:rPr lang="en-US" sz="1300">
                <a:latin typeface="Calibri"/>
                <a:ea typeface="Calibri"/>
                <a:cs typeface="Calibri"/>
                <a:sym typeface="Calibri"/>
              </a:rPr>
            </a:br>
            <a:r>
              <a:rPr i="1" lang="en-US" sz="1300">
                <a:latin typeface="Calibri"/>
                <a:ea typeface="Calibri"/>
                <a:cs typeface="Calibri"/>
                <a:sym typeface="Calibri"/>
              </a:rPr>
              <a:t>“For Indonesia, joining the ICAO Council is really about being useful, supporting capacity building, and bringing in perspectives from developing States in a collaborative way.”</a:t>
            </a:r>
            <a:br>
              <a:rPr lang="en-US" sz="1300">
                <a:latin typeface="Calibri"/>
                <a:ea typeface="Calibri"/>
                <a:cs typeface="Calibri"/>
                <a:sym typeface="Calibri"/>
              </a:rPr>
            </a:br>
            <a:endParaRPr sz="1300">
              <a:latin typeface="Calibri"/>
              <a:ea typeface="Calibri"/>
              <a:cs typeface="Calibri"/>
              <a:sym typeface="Calibri"/>
            </a:endParaRPr>
          </a:p>
        </p:txBody>
      </p:sp>
      <p:sp>
        <p:nvSpPr>
          <p:cNvPr id="838" name="Google Shape;838;p60"/>
          <p:cNvSpPr txBox="1"/>
          <p:nvPr/>
        </p:nvSpPr>
        <p:spPr>
          <a:xfrm>
            <a:off x="188875" y="486980"/>
            <a:ext cx="11781452" cy="500975"/>
          </a:xfrm>
          <a:prstGeom prst="rect">
            <a:avLst/>
          </a:prstGeom>
          <a:noFill/>
          <a:ln>
            <a:noFill/>
          </a:ln>
        </p:spPr>
        <p:txBody>
          <a:bodyPr anchorCtr="0" anchor="t" bIns="0" lIns="0" spcFirstLastPara="1" rIns="0" wrap="square" tIns="8450">
            <a:spAutoFit/>
          </a:bodyPr>
          <a:lstStyle/>
          <a:p>
            <a:pPr indent="0" lvl="0" marL="0" marR="0" rtl="0" algn="ctr">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ALTERNATIF NARASI PENCALONAN INDONESIA MENJADI</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ANGGOTA DEWAN ICAO PERIODE 2016-2019</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61"/>
          <p:cNvSpPr txBox="1"/>
          <p:nvPr>
            <p:ph type="ctrTitle"/>
          </p:nvPr>
        </p:nvSpPr>
        <p:spPr>
          <a:xfrm>
            <a:off x="848521" y="1710046"/>
            <a:ext cx="9779895" cy="3740727"/>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SzPts val="6000"/>
              <a:buNone/>
            </a:pPr>
            <a:r>
              <a:rPr b="1" lang="en-US" sz="1200"/>
              <a:t>Jika </a:t>
            </a:r>
            <a:r>
              <a:rPr b="1" i="1" lang="en-US" sz="1200"/>
              <a:t>timing </a:t>
            </a:r>
            <a:r>
              <a:rPr b="1" lang="en-US" sz="1200"/>
              <a:t>sudah dinilai sesuai, dapat menggunakan opsi kalimat sebagai berikut dimana hampir digunakan oleh semua Negara:</a:t>
            </a:r>
            <a:br>
              <a:rPr b="1" lang="en-US" sz="1200"/>
            </a:br>
            <a:r>
              <a:rPr lang="en-US" sz="1200"/>
              <a:t> </a:t>
            </a:r>
            <a:br>
              <a:rPr lang="en-US" sz="1200"/>
            </a:br>
            <a:r>
              <a:rPr i="1" lang="en-US" sz="1200"/>
              <a:t>“Indonesia would greatly appreciate your support for our candidacy to the ICAO Council.”</a:t>
            </a:r>
            <a:br>
              <a:rPr lang="en-US" sz="1200"/>
            </a:br>
            <a:r>
              <a:rPr i="1" lang="en-US" sz="1200"/>
              <a:t> </a:t>
            </a:r>
            <a:br>
              <a:rPr lang="en-US" sz="1200"/>
            </a:br>
            <a:r>
              <a:rPr i="1" lang="en-US" sz="1200"/>
              <a:t>“We hope we can count on your support for Indonesia’s candidacy to the ICAO Council.”</a:t>
            </a:r>
            <a:br>
              <a:rPr lang="en-US" sz="1200"/>
            </a:br>
            <a:r>
              <a:rPr i="1" lang="en-US" sz="1200"/>
              <a:t> </a:t>
            </a:r>
            <a:br>
              <a:rPr lang="en-US" sz="1200"/>
            </a:br>
            <a:r>
              <a:rPr i="1" lang="en-US" sz="1200"/>
              <a:t>“We would be honored to receive your support for Indonesia’s candidacy to the ICAO Council.”</a:t>
            </a:r>
            <a:br>
              <a:rPr i="1" lang="en-US" sz="1200"/>
            </a:br>
            <a:br>
              <a:rPr i="1" lang="en-US" sz="1200"/>
            </a:br>
            <a:br>
              <a:rPr i="1" lang="en-US" sz="1200"/>
            </a:br>
            <a:br>
              <a:rPr lang="en-US" sz="1200"/>
            </a:br>
            <a:r>
              <a:rPr i="1" lang="en-US" sz="1200"/>
              <a:t> </a:t>
            </a:r>
            <a:br>
              <a:rPr lang="en-US" sz="1200"/>
            </a:br>
            <a:r>
              <a:rPr b="1" lang="en-US" sz="1200"/>
              <a:t>Opsi tambahan jika diperlukan</a:t>
            </a:r>
            <a:br>
              <a:rPr b="1" lang="en-US" sz="1200"/>
            </a:br>
            <a:r>
              <a:rPr lang="en-US" sz="1200"/>
              <a:t> </a:t>
            </a:r>
            <a:br>
              <a:rPr lang="en-US" sz="1200"/>
            </a:br>
            <a:r>
              <a:rPr i="1" lang="en-US" sz="1200"/>
              <a:t>“We’ve served on the Council before, so we understand the responsibility involved, and we’re keen to contribute in a practical and cooperative way.”</a:t>
            </a:r>
            <a:br>
              <a:rPr lang="en-US" sz="1200"/>
            </a:br>
            <a:r>
              <a:rPr lang="en-US" sz="1200"/>
              <a:t> </a:t>
            </a:r>
            <a:br>
              <a:rPr lang="en-US" sz="1200"/>
            </a:br>
            <a:r>
              <a:rPr lang="en-US" sz="1200"/>
              <a:t>(sebagai informasi, Indonesia pernah menjadi anggota Dewan sejak tahun 1962 s.d. 2001).</a:t>
            </a:r>
            <a:endParaRPr/>
          </a:p>
        </p:txBody>
      </p:sp>
      <p:sp>
        <p:nvSpPr>
          <p:cNvPr id="844" name="Google Shape;844;p61"/>
          <p:cNvSpPr txBox="1"/>
          <p:nvPr/>
        </p:nvSpPr>
        <p:spPr>
          <a:xfrm>
            <a:off x="188875" y="486980"/>
            <a:ext cx="11781452" cy="500975"/>
          </a:xfrm>
          <a:prstGeom prst="rect">
            <a:avLst/>
          </a:prstGeom>
          <a:noFill/>
          <a:ln>
            <a:noFill/>
          </a:ln>
        </p:spPr>
        <p:txBody>
          <a:bodyPr anchorCtr="0" anchor="t" bIns="0" lIns="0" spcFirstLastPara="1" rIns="0" wrap="square" tIns="8450">
            <a:spAutoFit/>
          </a:bodyPr>
          <a:lstStyle/>
          <a:p>
            <a:pPr indent="0" lvl="0" marL="0" marR="0" rtl="0" algn="ctr">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ALTERNATIF NARASI PENCALONAN INDONESIA MENJADI</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ANGGOTA DEWAN ICAO PERIODE 2016-2019</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24"/>
          <p:cNvSpPr txBox="1"/>
          <p:nvPr/>
        </p:nvSpPr>
        <p:spPr>
          <a:xfrm>
            <a:off x="3200401" y="3835400"/>
            <a:ext cx="6156365" cy="99520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867"/>
              <a:buFont typeface="Arial"/>
              <a:buNone/>
            </a:pPr>
            <a:r>
              <a:rPr b="1" i="0" lang="en-US" sz="5867" u="none" cap="none" strike="noStrike">
                <a:solidFill>
                  <a:srgbClr val="FEFEFE"/>
                </a:solidFill>
                <a:latin typeface="Tahoma"/>
                <a:ea typeface="Tahoma"/>
                <a:cs typeface="Tahoma"/>
                <a:sym typeface="Tahoma"/>
              </a:rPr>
              <a:t>TERIMA KASIH </a:t>
            </a:r>
            <a:endParaRPr b="1" i="0" sz="5867" u="none" cap="none" strike="noStrike">
              <a:solidFill>
                <a:srgbClr val="FEFEFE"/>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2025-11-12T14:08:31Z</dcterms:created>
  <dc:creator>arifianto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2025-11-12T00:00:00Z</vt:filetime>
  </property>
  <property fmtid="{D5CDD505-2E9C-101B-9397-08002B2CF9AE}" pid="3" name="Creator">
    <vt:lpwstr>Microsoft® PowerPoint® for Microsoft 365</vt:lpwstr>
  </property>
  <property fmtid="{D5CDD505-2E9C-101B-9397-08002B2CF9AE}" pid="4" name="LastSaved">
    <vt:filetime>2025-11-12T00:00:00Z</vt:filetime>
  </property>
  <property fmtid="{D5CDD505-2E9C-101B-9397-08002B2CF9AE}" pid="5" name="Producer">
    <vt:lpwstr>Microsoft® PowerPoint® for Microsoft 365</vt:lpwstr>
  </property>
</Properties>
</file>